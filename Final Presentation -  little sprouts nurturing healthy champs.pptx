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1" r:id="rId1"/>
  </p:sldMasterIdLst>
  <p:sldIdLst>
    <p:sldId id="265" r:id="rId2"/>
    <p:sldId id="266" r:id="rId3"/>
    <p:sldId id="267" r:id="rId4"/>
    <p:sldId id="268" r:id="rId5"/>
    <p:sldId id="257" r:id="rId6"/>
    <p:sldId id="258" r:id="rId7"/>
    <p:sldId id="291" r:id="rId8"/>
    <p:sldId id="294" r:id="rId9"/>
    <p:sldId id="297" r:id="rId10"/>
    <p:sldId id="260" r:id="rId11"/>
    <p:sldId id="259" r:id="rId12"/>
    <p:sldId id="263" r:id="rId13"/>
    <p:sldId id="264" r:id="rId14"/>
    <p:sldId id="300" r:id="rId15"/>
    <p:sldId id="303" r:id="rId16"/>
    <p:sldId id="306" r:id="rId17"/>
    <p:sldId id="309" r:id="rId18"/>
    <p:sldId id="312" r:id="rId19"/>
    <p:sldId id="315" r:id="rId20"/>
    <p:sldId id="318" r:id="rId21"/>
    <p:sldId id="321" r:id="rId22"/>
    <p:sldId id="324" r:id="rId23"/>
  </p:sldIdLst>
  <p:sldSz cx="12192000" cy="6858000"/>
  <p:notesSz cx="6858000" cy="9144000"/>
  <p:custDataLst>
    <p:tags r:id="rId2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A0FC"/>
    <a:srgbClr val="FF6600"/>
    <a:srgbClr val="FF7C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3" autoAdjust="0"/>
    <p:restoredTop sz="94660"/>
  </p:normalViewPr>
  <p:slideViewPr>
    <p:cSldViewPr snapToGrid="0">
      <p:cViewPr varScale="1">
        <p:scale>
          <a:sx n="73" d="100"/>
          <a:sy n="73" d="100"/>
        </p:scale>
        <p:origin x="618" y="78"/>
      </p:cViewPr>
      <p:guideLst/>
    </p:cSldViewPr>
  </p:slideViewPr>
  <p:notesTextViewPr>
    <p:cViewPr>
      <p:scale>
        <a:sx n="1" d="1"/>
        <a:sy n="1" d="1"/>
      </p:scale>
      <p:origin x="0" y="0"/>
    </p:cViewPr>
  </p:notesTextViewPr>
  <p:notesViewPr>
    <p:cSldViewPr>
      <p:cViewPr>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viewProps" Target="viewProps.xml" /><Relationship Id="rId3" Type="http://schemas.openxmlformats.org/officeDocument/2006/relationships/slide" Target="slides/slide2.xml" /><Relationship Id="rId21" Type="http://schemas.openxmlformats.org/officeDocument/2006/relationships/slide" Target="slides/slide20.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presProps" Target="presProps.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tags" Target="tags/tag1.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tableStyles" Target="tableStyles.xml" /><Relationship Id="rId10" Type="http://schemas.openxmlformats.org/officeDocument/2006/relationships/slide" Target="slides/slide9.xml" /><Relationship Id="rId19" Type="http://schemas.openxmlformats.org/officeDocument/2006/relationships/slide" Target="slides/slide18.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theme" Target="theme/theme1.xml" /></Relationships>
</file>

<file path=ppt/diagrams/_rels/data1.xml.rels><?xml version="1.0" encoding="UTF-8" standalone="yes"?>
<Relationships xmlns="http://schemas.openxmlformats.org/package/2006/relationships"><Relationship Id="rId3" Type="http://schemas.openxmlformats.org/officeDocument/2006/relationships/image" Target="../media/image11.png" /><Relationship Id="rId2" Type="http://schemas.openxmlformats.org/officeDocument/2006/relationships/image" Target="../media/image10.png" /><Relationship Id="rId1" Type="http://schemas.openxmlformats.org/officeDocument/2006/relationships/image" Target="../media/image9.png" /></Relationships>
</file>

<file path=ppt/diagrams/_rels/data2.xml.rels><?xml version="1.0" encoding="UTF-8" standalone="yes"?>
<Relationships xmlns="http://schemas.openxmlformats.org/package/2006/relationships"><Relationship Id="rId2" Type="http://schemas.openxmlformats.org/officeDocument/2006/relationships/image" Target="../media/image13.png" /><Relationship Id="rId1" Type="http://schemas.openxmlformats.org/officeDocument/2006/relationships/image" Target="../media/image12.png" /></Relationships>
</file>

<file path=ppt/diagrams/_rels/drawing1.xml.rels><?xml version="1.0" encoding="UTF-8" standalone="yes"?>
<Relationships xmlns="http://schemas.openxmlformats.org/package/2006/relationships"><Relationship Id="rId3" Type="http://schemas.openxmlformats.org/officeDocument/2006/relationships/image" Target="../media/image11.png" /><Relationship Id="rId2" Type="http://schemas.openxmlformats.org/officeDocument/2006/relationships/image" Target="../media/image10.png" /><Relationship Id="rId1" Type="http://schemas.openxmlformats.org/officeDocument/2006/relationships/image" Target="../media/image9.png" /></Relationships>
</file>

<file path=ppt/diagrams/_rels/drawing2.xml.rels><?xml version="1.0" encoding="UTF-8" standalone="yes"?>
<Relationships xmlns="http://schemas.openxmlformats.org/package/2006/relationships"><Relationship Id="rId2" Type="http://schemas.openxmlformats.org/officeDocument/2006/relationships/image" Target="../media/image13.png" /><Relationship Id="rId1" Type="http://schemas.openxmlformats.org/officeDocument/2006/relationships/image" Target="../media/image12.png" /></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3F9D3D2-82BC-4AA8-952A-F11A4CCDAC29}" type="doc">
      <dgm:prSet loTypeId="urn:microsoft.com/office/officeart/2005/8/layout/vList3" loCatId="picture" qsTypeId="urn:microsoft.com/office/officeart/2005/8/quickstyle/3d2" qsCatId="3D" csTypeId="urn:microsoft.com/office/officeart/2005/8/colors/colorful4" csCatId="colorful" phldr="1"/>
      <dgm:spPr/>
      <dgm:t>
        <a:bodyPr/>
        <a:lstStyle/>
        <a:p>
          <a:endParaRPr lang="en-US"/>
        </a:p>
      </dgm:t>
    </dgm:pt>
    <dgm:pt modelId="{1E3617CF-ECBF-4AC3-AC2B-BDAA71699431}" type="parTrans" cxnId="{C2D48887-B6FB-4F92-A4BD-8802F59A8507}">
      <dgm:prSet/>
      <dgm:spPr/>
      <dgm:t>
        <a:bodyPr/>
        <a:lstStyle/>
        <a:p>
          <a:endParaRPr lang="en-US"/>
        </a:p>
      </dgm:t>
    </dgm:pt>
    <dgm:pt modelId="{66A28CCA-B545-4559-A4B3-034EEC836333}">
      <dgm:prSet phldrT="[Text]"/>
      <dgm:spPr>
        <a:solidFill>
          <a:schemeClr val="accent4">
            <a:lumMod val="60000"/>
            <a:lumOff val="40000"/>
          </a:schemeClr>
        </a:solidFill>
        <a:ln>
          <a:noFill/>
        </a:ln>
        <a:scene3d>
          <a:camera prst="orthographicFront"/>
          <a:lightRig rig="threePt" dir="t">
            <a:rot lat="0" lon="0" rev="7500000"/>
          </a:lightRig>
        </a:scene3d>
        <a:sp3d prstMaterial="plastic">
          <a:bevelT w="127000" h="25400" prst="relaxedInset"/>
        </a:sp3d>
      </dgm:spPr>
      <dgm:t>
        <a:bodyPr/>
        <a:lstStyle/>
        <a:p>
          <a:r>
            <a:rPr lang="en-US">
              <a:solidFill>
                <a:schemeClr val="tx1"/>
              </a:solidFill>
            </a:rPr>
            <a:t>Develop a mobile application that serves as a comprehensive tool for fighting childhood obesity. It includes incorporating features like a nutrition tracking, physical activity monitoring, and AI-powered user personalization.</a:t>
          </a:r>
        </a:p>
      </dgm:t>
    </dgm:pt>
    <dgm:pt modelId="{7A7B339C-F6ED-44CE-BEAF-F4EB7B50C1C9}" type="sibTrans" cxnId="{C2D48887-B6FB-4F92-A4BD-8802F59A8507}">
      <dgm:prSet/>
      <dgm:spPr/>
      <dgm:t>
        <a:bodyPr/>
        <a:lstStyle/>
        <a:p>
          <a:endParaRPr lang="en-US"/>
        </a:p>
      </dgm:t>
    </dgm:pt>
    <dgm:pt modelId="{B3AA745E-3114-4691-9F89-FC7F92AE1BFA}" type="parTrans" cxnId="{426D9ADB-E4A5-4644-B6F0-CB7911E70E01}">
      <dgm:prSet/>
      <dgm:spPr/>
      <dgm:t>
        <a:bodyPr/>
        <a:lstStyle/>
        <a:p>
          <a:endParaRPr lang="en-US"/>
        </a:p>
      </dgm:t>
    </dgm:pt>
    <dgm:pt modelId="{88678A43-A57F-4505-8B19-F67300260D69}">
      <dgm:prSet phldrT="[Text]"/>
      <dgm:spPr>
        <a:solidFill>
          <a:schemeClr val="accent6">
            <a:lumMod val="60000"/>
            <a:lumOff val="40000"/>
          </a:schemeClr>
        </a:solidFill>
        <a:ln>
          <a:noFill/>
        </a:ln>
        <a:scene3d>
          <a:camera prst="orthographicFront"/>
          <a:lightRig rig="threePt" dir="t">
            <a:rot lat="0" lon="0" rev="7500000"/>
          </a:lightRig>
        </a:scene3d>
        <a:sp3d prstMaterial="plastic">
          <a:bevelT w="127000" h="25400" prst="relaxedInset"/>
        </a:sp3d>
      </dgm:spPr>
      <dgm:t>
        <a:bodyPr/>
        <a:lstStyle/>
        <a:p>
          <a:r>
            <a:rPr lang="en-US" dirty="0">
              <a:solidFill>
                <a:schemeClr val="tx1"/>
              </a:solidFill>
            </a:rPr>
            <a:t>The primary aim is to educate and support parents, caregivers, and educators in promoting healthy lifestyles among children. The app aims to reduce childhood obesity and its related health problems by giving the essential tools and information.</a:t>
          </a:r>
        </a:p>
      </dgm:t>
    </dgm:pt>
    <dgm:pt modelId="{092EF3D6-FAB3-4ABA-9882-2BF4B311E0DB}" type="sibTrans" cxnId="{426D9ADB-E4A5-4644-B6F0-CB7911E70E01}">
      <dgm:prSet/>
      <dgm:spPr/>
      <dgm:t>
        <a:bodyPr/>
        <a:lstStyle/>
        <a:p>
          <a:endParaRPr lang="en-US"/>
        </a:p>
      </dgm:t>
    </dgm:pt>
    <dgm:pt modelId="{09EEAEC4-5E6E-4C92-9948-E1AEFF9348A1}" type="parTrans" cxnId="{54F404CE-5CD0-46B1-96F4-F99C9142E61B}">
      <dgm:prSet/>
      <dgm:spPr/>
      <dgm:t>
        <a:bodyPr/>
        <a:lstStyle/>
        <a:p>
          <a:endParaRPr lang="en-US"/>
        </a:p>
      </dgm:t>
    </dgm:pt>
    <dgm:pt modelId="{1B983F4C-F768-4C45-A26C-CD65604511BE}">
      <dgm:prSet/>
      <dgm:spPr>
        <a:solidFill>
          <a:schemeClr val="accent1">
            <a:lumMod val="60000"/>
            <a:lumOff val="40000"/>
          </a:schemeClr>
        </a:solidFill>
        <a:ln>
          <a:noFill/>
        </a:ln>
        <a:scene3d>
          <a:camera prst="orthographicFront"/>
          <a:lightRig rig="threePt" dir="t">
            <a:rot lat="0" lon="0" rev="7500000"/>
          </a:lightRig>
        </a:scene3d>
        <a:sp3d prstMaterial="plastic">
          <a:bevelT w="127000" h="25400" prst="relaxedInset"/>
        </a:sp3d>
      </dgm:spPr>
      <dgm:t>
        <a:bodyPr/>
        <a:lstStyle/>
        <a:p>
          <a:r>
            <a:rPr lang="en-US">
              <a:solidFill>
                <a:schemeClr val="tx1"/>
              </a:solidFill>
            </a:rPr>
            <a:t>By targeting a key issue - childhood obesity - the app has the potential to have significant impacts in the public health area. Its features and outreach have the potential to change the landscape of children health and wellness.</a:t>
          </a:r>
        </a:p>
      </dgm:t>
    </dgm:pt>
    <dgm:pt modelId="{05C21AD5-AD78-4331-A343-BC39686C1CC1}" type="sibTrans" cxnId="{54F404CE-5CD0-46B1-96F4-F99C9142E61B}">
      <dgm:prSet/>
      <dgm:spPr/>
      <dgm:t>
        <a:bodyPr/>
        <a:lstStyle/>
        <a:p>
          <a:endParaRPr lang="en-US"/>
        </a:p>
      </dgm:t>
    </dgm:pt>
    <dgm:pt modelId="{C8E5F2B3-446E-41F9-815A-5261BF595285}" type="pres">
      <dgm:prSet presAssocID="{E3F9D3D2-82BC-4AA8-952A-F11A4CCDAC29}" presName="linearFlow" presStyleCnt="0">
        <dgm:presLayoutVars>
          <dgm:dir/>
          <dgm:resizeHandles val="exact"/>
        </dgm:presLayoutVars>
      </dgm:prSet>
      <dgm:spPr/>
    </dgm:pt>
    <dgm:pt modelId="{E84F6DDF-2E25-4F08-AE0E-D1C7985200F6}" type="pres">
      <dgm:prSet presAssocID="{66A28CCA-B545-4559-A4B3-034EEC836333}" presName="composite" presStyleCnt="0"/>
      <dgm:spPr/>
    </dgm:pt>
    <dgm:pt modelId="{5F5034CA-B3F3-47DC-8256-F57535E34BDF}" type="pres">
      <dgm:prSet presAssocID="{66A28CCA-B545-4559-A4B3-034EEC836333}" presName="imgShp" presStyleLbl="fgImgPlace1" presStyleIdx="0" presStyleCnt="3" custScaleX="113786" custLinFactX="-65052" custLinFactNeighborX="-100000" custLinFactNeighborY="39235"/>
      <dgm:spPr>
        <a:blipFill rotWithShape="1">
          <a:blip xmlns:r="http://schemas.openxmlformats.org/officeDocument/2006/relationships" r:embed="rId1"/>
          <a:stretch>
            <a:fillRect/>
          </a:stretch>
        </a:blipFill>
        <a:ln>
          <a:noFill/>
        </a:ln>
        <a:scene3d>
          <a:camera prst="orthographicFront"/>
          <a:lightRig rig="threePt" dir="t">
            <a:rot lat="0" lon="0" rev="7500000"/>
          </a:lightRig>
        </a:scene3d>
        <a:sp3d z="152400" extrusionH="63500" prstMaterial="matte">
          <a:bevelT w="50800" h="19050" prst="relaxedInset"/>
          <a:contourClr>
            <a:schemeClr val="bg1"/>
          </a:contourClr>
        </a:sp3d>
      </dgm:spPr>
    </dgm:pt>
    <dgm:pt modelId="{439EBE53-DC68-4821-8E7A-B59440165752}" type="pres">
      <dgm:prSet presAssocID="{66A28CCA-B545-4559-A4B3-034EEC836333}" presName="txShp" presStyleLbl="node1" presStyleIdx="0" presStyleCnt="3" custScaleX="145117" custLinFactNeighborX="3124" custLinFactNeighborY="33037">
        <dgm:presLayoutVars>
          <dgm:bulletEnabled val="1"/>
        </dgm:presLayoutVars>
      </dgm:prSet>
      <dgm:spPr/>
    </dgm:pt>
    <dgm:pt modelId="{F90DC16C-D424-4FE8-A9D5-1812093B8F32}" type="pres">
      <dgm:prSet presAssocID="{7A7B339C-F6ED-44CE-BEAF-F4EB7B50C1C9}" presName="spacing" presStyleCnt="0"/>
      <dgm:spPr/>
    </dgm:pt>
    <dgm:pt modelId="{69EC890D-8E05-4CB7-B5DF-81ABFBD31F66}" type="pres">
      <dgm:prSet presAssocID="{88678A43-A57F-4505-8B19-F67300260D69}" presName="composite" presStyleCnt="0"/>
      <dgm:spPr/>
    </dgm:pt>
    <dgm:pt modelId="{D11DF77C-09C2-48FD-982D-E70FFC016088}" type="pres">
      <dgm:prSet presAssocID="{88678A43-A57F-4505-8B19-F67300260D69}" presName="imgShp" presStyleLbl="fgImgPlace1" presStyleIdx="1" presStyleCnt="3" custScaleX="107520" custScaleY="98862" custLinFactX="-49906" custLinFactNeighborX="-100000" custLinFactNeighborY="14650"/>
      <dgm:spPr>
        <a:blipFill rotWithShape="1">
          <a:blip xmlns:r="http://schemas.openxmlformats.org/officeDocument/2006/relationships" r:embed="rId2"/>
          <a:stretch>
            <a:fillRect/>
          </a:stretch>
        </a:blipFill>
        <a:ln>
          <a:noFill/>
        </a:ln>
        <a:scene3d>
          <a:camera prst="orthographicFront"/>
          <a:lightRig rig="threePt" dir="t">
            <a:rot lat="0" lon="0" rev="7500000"/>
          </a:lightRig>
        </a:scene3d>
        <a:sp3d z="152400" extrusionH="63500" prstMaterial="matte">
          <a:bevelT w="50800" h="19050" prst="relaxedInset"/>
          <a:contourClr>
            <a:schemeClr val="bg1"/>
          </a:contourClr>
        </a:sp3d>
      </dgm:spPr>
    </dgm:pt>
    <dgm:pt modelId="{95929855-BEF7-421A-9ACE-10ADC69A7EB0}" type="pres">
      <dgm:prSet presAssocID="{88678A43-A57F-4505-8B19-F67300260D69}" presName="txShp" presStyleLbl="node1" presStyleIdx="1" presStyleCnt="3" custScaleX="143164" custLinFactNeighborX="4988" custLinFactNeighborY="15873">
        <dgm:presLayoutVars>
          <dgm:bulletEnabled val="1"/>
        </dgm:presLayoutVars>
      </dgm:prSet>
      <dgm:spPr/>
    </dgm:pt>
    <dgm:pt modelId="{E0C3F164-2C4D-47CA-876A-8F701198D205}" type="pres">
      <dgm:prSet presAssocID="{092EF3D6-FAB3-4ABA-9882-2BF4B311E0DB}" presName="spacing" presStyleCnt="0"/>
      <dgm:spPr/>
    </dgm:pt>
    <dgm:pt modelId="{1D7D60EA-0CD3-4274-92E3-13A900757C8C}" type="pres">
      <dgm:prSet presAssocID="{1B983F4C-F768-4C45-A26C-CD65604511BE}" presName="composite" presStyleCnt="0"/>
      <dgm:spPr/>
    </dgm:pt>
    <dgm:pt modelId="{694BE95E-FD09-4517-A111-F9151944DC37}" type="pres">
      <dgm:prSet presAssocID="{1B983F4C-F768-4C45-A26C-CD65604511BE}" presName="imgShp" presStyleLbl="fgImgPlace1" presStyleIdx="2" presStyleCnt="3" custScaleX="107695" custLinFactX="-60154" custLinFactNeighborX="-100000" custLinFactNeighborY="4330"/>
      <dgm:spPr>
        <a:blipFill rotWithShape="1">
          <a:blip xmlns:r="http://schemas.openxmlformats.org/officeDocument/2006/relationships" r:embed="rId3"/>
          <a:stretch>
            <a:fillRect/>
          </a:stretch>
        </a:blipFill>
        <a:ln>
          <a:noFill/>
        </a:ln>
        <a:scene3d>
          <a:camera prst="orthographicFront"/>
          <a:lightRig rig="threePt" dir="t">
            <a:rot lat="0" lon="0" rev="7500000"/>
          </a:lightRig>
        </a:scene3d>
        <a:sp3d z="152400" extrusionH="63500" prstMaterial="matte">
          <a:bevelT w="50800" h="19050" prst="relaxedInset"/>
          <a:contourClr>
            <a:schemeClr val="bg1"/>
          </a:contourClr>
        </a:sp3d>
      </dgm:spPr>
    </dgm:pt>
    <dgm:pt modelId="{7B92AABD-0404-414D-B75E-88CDC15B7621}" type="pres">
      <dgm:prSet presAssocID="{1B983F4C-F768-4C45-A26C-CD65604511BE}" presName="txShp" presStyleLbl="node1" presStyleIdx="2" presStyleCnt="3" custScaleX="144159" custLinFactNeighborX="3438" custLinFactNeighborY="41">
        <dgm:presLayoutVars>
          <dgm:bulletEnabled val="1"/>
        </dgm:presLayoutVars>
      </dgm:prSet>
      <dgm:spPr/>
    </dgm:pt>
  </dgm:ptLst>
  <dgm:cxnLst>
    <dgm:cxn modelId="{E25F921E-ADA1-433C-B28B-301D2EDD7CE1}" type="presOf" srcId="{88678A43-A57F-4505-8B19-F67300260D69}" destId="{95929855-BEF7-421A-9ACE-10ADC69A7EB0}" srcOrd="0" destOrd="0" presId="urn:microsoft.com/office/officeart/2005/8/layout/vList3"/>
    <dgm:cxn modelId="{C2399570-CD55-4A34-89B1-168DEB5E24EE}" type="presOf" srcId="{1B983F4C-F768-4C45-A26C-CD65604511BE}" destId="{7B92AABD-0404-414D-B75E-88CDC15B7621}" srcOrd="0" destOrd="0" presId="urn:microsoft.com/office/officeart/2005/8/layout/vList3"/>
    <dgm:cxn modelId="{85FF7373-7370-44C5-9FEB-0A15B26A7583}" type="presOf" srcId="{66A28CCA-B545-4559-A4B3-034EEC836333}" destId="{439EBE53-DC68-4821-8E7A-B59440165752}" srcOrd="0" destOrd="0" presId="urn:microsoft.com/office/officeart/2005/8/layout/vList3"/>
    <dgm:cxn modelId="{C2D48887-B6FB-4F92-A4BD-8802F59A8507}" srcId="{E3F9D3D2-82BC-4AA8-952A-F11A4CCDAC29}" destId="{66A28CCA-B545-4559-A4B3-034EEC836333}" srcOrd="0" destOrd="0" parTransId="{1E3617CF-ECBF-4AC3-AC2B-BDAA71699431}" sibTransId="{7A7B339C-F6ED-44CE-BEAF-F4EB7B50C1C9}"/>
    <dgm:cxn modelId="{6236E7BA-D518-4E34-9B3E-C97D7F11FFC1}" type="presOf" srcId="{E3F9D3D2-82BC-4AA8-952A-F11A4CCDAC29}" destId="{C8E5F2B3-446E-41F9-815A-5261BF595285}" srcOrd="0" destOrd="0" presId="urn:microsoft.com/office/officeart/2005/8/layout/vList3"/>
    <dgm:cxn modelId="{54F404CE-5CD0-46B1-96F4-F99C9142E61B}" srcId="{E3F9D3D2-82BC-4AA8-952A-F11A4CCDAC29}" destId="{1B983F4C-F768-4C45-A26C-CD65604511BE}" srcOrd="2" destOrd="0" parTransId="{09EEAEC4-5E6E-4C92-9948-E1AEFF9348A1}" sibTransId="{05C21AD5-AD78-4331-A343-BC39686C1CC1}"/>
    <dgm:cxn modelId="{426D9ADB-E4A5-4644-B6F0-CB7911E70E01}" srcId="{E3F9D3D2-82BC-4AA8-952A-F11A4CCDAC29}" destId="{88678A43-A57F-4505-8B19-F67300260D69}" srcOrd="1" destOrd="0" parTransId="{B3AA745E-3114-4691-9F89-FC7F92AE1BFA}" sibTransId="{092EF3D6-FAB3-4ABA-9882-2BF4B311E0DB}"/>
    <dgm:cxn modelId="{F0CC0E59-BA65-44E9-8A19-942F21CF3779}" type="presParOf" srcId="{C8E5F2B3-446E-41F9-815A-5261BF595285}" destId="{E84F6DDF-2E25-4F08-AE0E-D1C7985200F6}" srcOrd="0" destOrd="0" presId="urn:microsoft.com/office/officeart/2005/8/layout/vList3"/>
    <dgm:cxn modelId="{E8C699C2-2724-48FD-A818-0560AC0749FB}" type="presParOf" srcId="{E84F6DDF-2E25-4F08-AE0E-D1C7985200F6}" destId="{5F5034CA-B3F3-47DC-8256-F57535E34BDF}" srcOrd="0" destOrd="0" presId="urn:microsoft.com/office/officeart/2005/8/layout/vList3"/>
    <dgm:cxn modelId="{D89FF845-65B4-4E03-8ACE-FC6833E6BF0B}" type="presParOf" srcId="{E84F6DDF-2E25-4F08-AE0E-D1C7985200F6}" destId="{439EBE53-DC68-4821-8E7A-B59440165752}" srcOrd="1" destOrd="0" presId="urn:microsoft.com/office/officeart/2005/8/layout/vList3"/>
    <dgm:cxn modelId="{4E5E472C-B8F3-4042-AEC8-4E85BCA39B6E}" type="presParOf" srcId="{C8E5F2B3-446E-41F9-815A-5261BF595285}" destId="{F90DC16C-D424-4FE8-A9D5-1812093B8F32}" srcOrd="1" destOrd="0" presId="urn:microsoft.com/office/officeart/2005/8/layout/vList3"/>
    <dgm:cxn modelId="{2AB27642-630E-4C13-A494-3EB5E65EFD7F}" type="presParOf" srcId="{C8E5F2B3-446E-41F9-815A-5261BF595285}" destId="{69EC890D-8E05-4CB7-B5DF-81ABFBD31F66}" srcOrd="2" destOrd="0" presId="urn:microsoft.com/office/officeart/2005/8/layout/vList3"/>
    <dgm:cxn modelId="{FAAFDC12-1CF5-4D0F-B104-934D3613C061}" type="presParOf" srcId="{69EC890D-8E05-4CB7-B5DF-81ABFBD31F66}" destId="{D11DF77C-09C2-48FD-982D-E70FFC016088}" srcOrd="0" destOrd="0" presId="urn:microsoft.com/office/officeart/2005/8/layout/vList3"/>
    <dgm:cxn modelId="{D762F98C-8479-4014-8DEC-1B2BB6EE9E2D}" type="presParOf" srcId="{69EC890D-8E05-4CB7-B5DF-81ABFBD31F66}" destId="{95929855-BEF7-421A-9ACE-10ADC69A7EB0}" srcOrd="1" destOrd="0" presId="urn:microsoft.com/office/officeart/2005/8/layout/vList3"/>
    <dgm:cxn modelId="{86BBD462-BBC3-46B1-9416-9286FB0D70F4}" type="presParOf" srcId="{C8E5F2B3-446E-41F9-815A-5261BF595285}" destId="{E0C3F164-2C4D-47CA-876A-8F701198D205}" srcOrd="3" destOrd="0" presId="urn:microsoft.com/office/officeart/2005/8/layout/vList3"/>
    <dgm:cxn modelId="{C3F84502-EDFB-47D2-8514-5C384DDF0CB7}" type="presParOf" srcId="{C8E5F2B3-446E-41F9-815A-5261BF595285}" destId="{1D7D60EA-0CD3-4274-92E3-13A900757C8C}" srcOrd="4" destOrd="0" presId="urn:microsoft.com/office/officeart/2005/8/layout/vList3"/>
    <dgm:cxn modelId="{D216EFA3-32B8-4560-83ED-E23DEB25EF41}" type="presParOf" srcId="{1D7D60EA-0CD3-4274-92E3-13A900757C8C}" destId="{694BE95E-FD09-4517-A111-F9151944DC37}" srcOrd="0" destOrd="0" presId="urn:microsoft.com/office/officeart/2005/8/layout/vList3"/>
    <dgm:cxn modelId="{045C86EC-BE9E-4B8E-A89C-06776D993E43}" type="presParOf" srcId="{1D7D60EA-0CD3-4274-92E3-13A900757C8C}" destId="{7B92AABD-0404-414D-B75E-88CDC15B7621}" srcOrd="1" destOrd="0" presId="urn:microsoft.com/office/officeart/2005/8/layout/vList3"/>
  </dgm:cxnLst>
  <dgm:bg/>
  <dgm:whole/>
  <dgm:extLst>
    <a:ext uri="http://schemas.microsoft.com/office/drawing/2008/diagram">
      <dsp:dataModelExt xmlns:dsp="http://schemas.microsoft.com/office/drawing/2008/diagram" relId="rId8" minVer="http://schemas.openxmlformats.org/drawingml/2006/main"/>
    </a:ext>
  </dgm:extLst>
</dgm:dataModel>
</file>

<file path=ppt/diagrams/data2.xml><?xml version="1.0" encoding="utf-8"?>
<dgm:dataModel xmlns:dgm="http://schemas.openxmlformats.org/drawingml/2006/diagram" xmlns:a="http://schemas.openxmlformats.org/drawingml/2006/main">
  <dgm:ptLst>
    <dgm:pt modelId="{E3F9D3D2-82BC-4AA8-952A-F11A4CCDAC29}" type="doc">
      <dgm:prSet loTypeId="urn:microsoft.com/office/officeart/2005/8/layout/vList3" loCatId="picture" qsTypeId="urn:microsoft.com/office/officeart/2005/8/quickstyle/3d2" qsCatId="3D" csTypeId="urn:microsoft.com/office/officeart/2005/8/colors/colorful3" csCatId="colorful" phldr="1"/>
      <dgm:spPr/>
      <dgm:t>
        <a:bodyPr/>
        <a:lstStyle/>
        <a:p>
          <a:endParaRPr lang="en-US"/>
        </a:p>
      </dgm:t>
    </dgm:pt>
    <dgm:pt modelId="{1E3617CF-ECBF-4AC3-AC2B-BDAA71699431}" type="parTrans" cxnId="{6D882B8B-8261-47D2-81EF-DB30B1A8DBF1}">
      <dgm:prSet/>
      <dgm:spPr/>
      <dgm:t>
        <a:bodyPr/>
        <a:lstStyle/>
        <a:p>
          <a:endParaRPr lang="en-US"/>
        </a:p>
      </dgm:t>
    </dgm:pt>
    <dgm:pt modelId="{66A28CCA-B545-4559-A4B3-034EEC836333}">
      <dgm:prSet phldrT="[Text]"/>
      <dgm:spPr>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scene3d>
          <a:camera prst="orthographicFront"/>
          <a:lightRig rig="threePt" dir="t">
            <a:rot lat="0" lon="0" rev="7500000"/>
          </a:lightRig>
        </a:scene3d>
        <a:sp3d prstMaterial="plastic">
          <a:bevelT w="127000" h="25400" prst="relaxedInset"/>
        </a:sp3d>
      </dgm:spPr>
      <dgm:t>
        <a:bodyPr/>
        <a:lstStyle/>
        <a:p>
          <a:r>
            <a:rPr lang="en-US">
              <a:solidFill>
                <a:schemeClr val="tx1"/>
              </a:solidFill>
            </a:rPr>
            <a:t>Adopts primary and secondary preventive measures for pediatric obesity, focusing on health education and early intervention, with strict adherence to data privacy and child safety regulations.</a:t>
          </a:r>
        </a:p>
      </dgm:t>
    </dgm:pt>
    <dgm:pt modelId="{7A7B339C-F6ED-44CE-BEAF-F4EB7B50C1C9}" type="sibTrans" cxnId="{6D882B8B-8261-47D2-81EF-DB30B1A8DBF1}">
      <dgm:prSet/>
      <dgm:spPr/>
      <dgm:t>
        <a:bodyPr/>
        <a:lstStyle/>
        <a:p>
          <a:endParaRPr lang="en-US"/>
        </a:p>
      </dgm:t>
    </dgm:pt>
    <dgm:pt modelId="{B3AA745E-3114-4691-9F89-FC7F92AE1BFA}" type="parTrans" cxnId="{CAD76D53-9BA2-474F-9641-1119FD036A18}">
      <dgm:prSet/>
      <dgm:spPr/>
      <dgm:t>
        <a:bodyPr/>
        <a:lstStyle/>
        <a:p>
          <a:endParaRPr lang="en-US"/>
        </a:p>
      </dgm:t>
    </dgm:pt>
    <dgm:pt modelId="{88678A43-A57F-4505-8B19-F67300260D69}">
      <dgm:prSet phldrT="[Text]"/>
      <dgm:spPr>
        <a:solidFill>
          <a:schemeClr val="accent2">
            <a:lumMod val="60000"/>
            <a:lumOff val="40000"/>
          </a:schemeClr>
        </a:solidFill>
        <a:ln>
          <a:noFill/>
        </a:ln>
        <a:scene3d>
          <a:camera prst="orthographicFront"/>
          <a:lightRig rig="threePt" dir="t">
            <a:rot lat="0" lon="0" rev="7500000"/>
          </a:lightRig>
        </a:scene3d>
        <a:sp3d prstMaterial="plastic">
          <a:bevelT w="127000" h="25400" prst="relaxedInset"/>
        </a:sp3d>
      </dgm:spPr>
      <dgm:t>
        <a:bodyPr/>
        <a:lstStyle/>
        <a:p>
          <a:r>
            <a:rPr lang="en-US" dirty="0">
              <a:solidFill>
                <a:schemeClr val="tx1"/>
              </a:solidFill>
            </a:rPr>
            <a:t>The application will be available on both mobile and web-based platforms, ensuring wide accessibility. It will provide a user-friendly interface that is engaging for children and informative for adults, making it a versatile tool for users of all ages.</a:t>
          </a:r>
        </a:p>
      </dgm:t>
    </dgm:pt>
    <dgm:pt modelId="{092EF3D6-FAB3-4ABA-9882-2BF4B311E0DB}" type="sibTrans" cxnId="{CAD76D53-9BA2-474F-9641-1119FD036A18}">
      <dgm:prSet/>
      <dgm:spPr/>
      <dgm:t>
        <a:bodyPr/>
        <a:lstStyle/>
        <a:p>
          <a:endParaRPr lang="en-US"/>
        </a:p>
      </dgm:t>
    </dgm:pt>
    <dgm:pt modelId="{C8E5F2B3-446E-41F9-815A-5261BF595285}" type="pres">
      <dgm:prSet presAssocID="{E3F9D3D2-82BC-4AA8-952A-F11A4CCDAC29}" presName="linearFlow" presStyleCnt="0">
        <dgm:presLayoutVars>
          <dgm:dir/>
          <dgm:resizeHandles val="exact"/>
        </dgm:presLayoutVars>
      </dgm:prSet>
      <dgm:spPr/>
    </dgm:pt>
    <dgm:pt modelId="{E84F6DDF-2E25-4F08-AE0E-D1C7985200F6}" type="pres">
      <dgm:prSet presAssocID="{66A28CCA-B545-4559-A4B3-034EEC836333}" presName="composite" presStyleCnt="0"/>
      <dgm:spPr/>
    </dgm:pt>
    <dgm:pt modelId="{5F5034CA-B3F3-47DC-8256-F57535E34BDF}" type="pres">
      <dgm:prSet presAssocID="{66A28CCA-B545-4559-A4B3-034EEC836333}" presName="imgShp" presStyleLbl="fgImgPlace1" presStyleIdx="0" presStyleCnt="2" custScaleX="115385" custLinFactX="-42604" custLinFactNeighborX="-100000" custLinFactNeighborY="2554"/>
      <dgm:spPr>
        <a:blipFill rotWithShape="1">
          <a:blip xmlns:r="http://schemas.openxmlformats.org/officeDocument/2006/relationships" r:embed="rId1"/>
          <a:stretch>
            <a:fillRect/>
          </a:stretch>
        </a:blipFill>
        <a:ln>
          <a:noFill/>
        </a:ln>
        <a:scene3d>
          <a:camera prst="orthographicFront"/>
          <a:lightRig rig="threePt" dir="t">
            <a:rot lat="0" lon="0" rev="7500000"/>
          </a:lightRig>
        </a:scene3d>
        <a:sp3d z="152400" extrusionH="63500" prstMaterial="matte">
          <a:bevelT w="50800" h="19050" prst="relaxedInset"/>
          <a:contourClr>
            <a:schemeClr val="bg1"/>
          </a:contourClr>
        </a:sp3d>
      </dgm:spPr>
    </dgm:pt>
    <dgm:pt modelId="{439EBE53-DC68-4821-8E7A-B59440165752}" type="pres">
      <dgm:prSet presAssocID="{66A28CCA-B545-4559-A4B3-034EEC836333}" presName="txShp" presStyleLbl="node1" presStyleIdx="0" presStyleCnt="2" custScaleX="143548" custLinFactNeighborX="3082" custLinFactNeighborY="-28483">
        <dgm:presLayoutVars>
          <dgm:bulletEnabled val="1"/>
        </dgm:presLayoutVars>
      </dgm:prSet>
      <dgm:spPr/>
    </dgm:pt>
    <dgm:pt modelId="{F90DC16C-D424-4FE8-A9D5-1812093B8F32}" type="pres">
      <dgm:prSet presAssocID="{7A7B339C-F6ED-44CE-BEAF-F4EB7B50C1C9}" presName="spacing" presStyleCnt="0"/>
      <dgm:spPr/>
    </dgm:pt>
    <dgm:pt modelId="{69EC890D-8E05-4CB7-B5DF-81ABFBD31F66}" type="pres">
      <dgm:prSet presAssocID="{88678A43-A57F-4505-8B19-F67300260D69}" presName="composite" presStyleCnt="0"/>
      <dgm:spPr/>
    </dgm:pt>
    <dgm:pt modelId="{D11DF77C-09C2-48FD-982D-E70FFC016088}" type="pres">
      <dgm:prSet presAssocID="{88678A43-A57F-4505-8B19-F67300260D69}" presName="imgShp" presStyleLbl="fgImgPlace1" presStyleIdx="1" presStyleCnt="2" custScaleX="107520" custScaleY="98862" custLinFactX="-32827" custLinFactNeighborX="-100000" custLinFactNeighborY="-16591"/>
      <dgm:spPr>
        <a:blipFill rotWithShape="1">
          <a:blip xmlns:r="http://schemas.openxmlformats.org/officeDocument/2006/relationships" r:embed="rId2"/>
          <a:stretch>
            <a:fillRect/>
          </a:stretch>
        </a:blipFill>
        <a:ln>
          <a:noFill/>
        </a:ln>
        <a:scene3d>
          <a:camera prst="orthographicFront"/>
          <a:lightRig rig="threePt" dir="t">
            <a:rot lat="0" lon="0" rev="7500000"/>
          </a:lightRig>
        </a:scene3d>
        <a:sp3d z="152400" extrusionH="63500" prstMaterial="matte">
          <a:bevelT w="50800" h="19050" prst="relaxedInset"/>
          <a:contourClr>
            <a:schemeClr val="bg1"/>
          </a:contourClr>
        </a:sp3d>
      </dgm:spPr>
    </dgm:pt>
    <dgm:pt modelId="{95929855-BEF7-421A-9ACE-10ADC69A7EB0}" type="pres">
      <dgm:prSet presAssocID="{88678A43-A57F-4505-8B19-F67300260D69}" presName="txShp" presStyleLbl="node1" presStyleIdx="1" presStyleCnt="2" custScaleX="144846" custLinFactNeighborX="2765" custLinFactNeighborY="-14057">
        <dgm:presLayoutVars>
          <dgm:bulletEnabled val="1"/>
        </dgm:presLayoutVars>
      </dgm:prSet>
      <dgm:spPr/>
    </dgm:pt>
  </dgm:ptLst>
  <dgm:cxnLst>
    <dgm:cxn modelId="{C4D2FC19-7277-4CBD-9FC5-944643E53CD4}" type="presOf" srcId="{88678A43-A57F-4505-8B19-F67300260D69}" destId="{95929855-BEF7-421A-9ACE-10ADC69A7EB0}" srcOrd="0" destOrd="0" presId="urn:microsoft.com/office/officeart/2005/8/layout/vList3"/>
    <dgm:cxn modelId="{CAD76D53-9BA2-474F-9641-1119FD036A18}" srcId="{E3F9D3D2-82BC-4AA8-952A-F11A4CCDAC29}" destId="{88678A43-A57F-4505-8B19-F67300260D69}" srcOrd="1" destOrd="0" parTransId="{B3AA745E-3114-4691-9F89-FC7F92AE1BFA}" sibTransId="{092EF3D6-FAB3-4ABA-9882-2BF4B311E0DB}"/>
    <dgm:cxn modelId="{6D882B8B-8261-47D2-81EF-DB30B1A8DBF1}" srcId="{E3F9D3D2-82BC-4AA8-952A-F11A4CCDAC29}" destId="{66A28CCA-B545-4559-A4B3-034EEC836333}" srcOrd="0" destOrd="0" parTransId="{1E3617CF-ECBF-4AC3-AC2B-BDAA71699431}" sibTransId="{7A7B339C-F6ED-44CE-BEAF-F4EB7B50C1C9}"/>
    <dgm:cxn modelId="{C52AFADB-D40B-4635-8BF3-0325F1FEA094}" type="presOf" srcId="{E3F9D3D2-82BC-4AA8-952A-F11A4CCDAC29}" destId="{C8E5F2B3-446E-41F9-815A-5261BF595285}" srcOrd="0" destOrd="0" presId="urn:microsoft.com/office/officeart/2005/8/layout/vList3"/>
    <dgm:cxn modelId="{32DDDAF6-91D6-46BB-81D4-9DD83DB9EC09}" type="presOf" srcId="{66A28CCA-B545-4559-A4B3-034EEC836333}" destId="{439EBE53-DC68-4821-8E7A-B59440165752}" srcOrd="0" destOrd="0" presId="urn:microsoft.com/office/officeart/2005/8/layout/vList3"/>
    <dgm:cxn modelId="{B207A1EA-8EEE-4B80-B020-781D8736D625}" type="presParOf" srcId="{C8E5F2B3-446E-41F9-815A-5261BF595285}" destId="{E84F6DDF-2E25-4F08-AE0E-D1C7985200F6}" srcOrd="0" destOrd="0" presId="urn:microsoft.com/office/officeart/2005/8/layout/vList3"/>
    <dgm:cxn modelId="{615C5543-2041-4D4C-A175-4906362A331C}" type="presParOf" srcId="{E84F6DDF-2E25-4F08-AE0E-D1C7985200F6}" destId="{5F5034CA-B3F3-47DC-8256-F57535E34BDF}" srcOrd="0" destOrd="0" presId="urn:microsoft.com/office/officeart/2005/8/layout/vList3"/>
    <dgm:cxn modelId="{84D77ACD-EE14-4E17-B759-F1A2CEA108D3}" type="presParOf" srcId="{E84F6DDF-2E25-4F08-AE0E-D1C7985200F6}" destId="{439EBE53-DC68-4821-8E7A-B59440165752}" srcOrd="1" destOrd="0" presId="urn:microsoft.com/office/officeart/2005/8/layout/vList3"/>
    <dgm:cxn modelId="{C745D4E7-AB72-4766-A1BB-E67EC6963B9D}" type="presParOf" srcId="{C8E5F2B3-446E-41F9-815A-5261BF595285}" destId="{F90DC16C-D424-4FE8-A9D5-1812093B8F32}" srcOrd="1" destOrd="0" presId="urn:microsoft.com/office/officeart/2005/8/layout/vList3"/>
    <dgm:cxn modelId="{F48FA057-3521-405F-9B32-9973A6327AEA}" type="presParOf" srcId="{C8E5F2B3-446E-41F9-815A-5261BF595285}" destId="{69EC890D-8E05-4CB7-B5DF-81ABFBD31F66}" srcOrd="2" destOrd="0" presId="urn:microsoft.com/office/officeart/2005/8/layout/vList3"/>
    <dgm:cxn modelId="{48CCF911-BEC7-40C0-A482-E6252EAFC125}" type="presParOf" srcId="{69EC890D-8E05-4CB7-B5DF-81ABFBD31F66}" destId="{D11DF77C-09C2-48FD-982D-E70FFC016088}" srcOrd="0" destOrd="0" presId="urn:microsoft.com/office/officeart/2005/8/layout/vList3"/>
    <dgm:cxn modelId="{097024FD-CEB6-4554-A8E7-1D287DA56087}" type="presParOf" srcId="{69EC890D-8E05-4CB7-B5DF-81ABFBD31F66}" destId="{95929855-BEF7-421A-9ACE-10ADC69A7EB0}" srcOrd="1" destOrd="0" presId="urn:microsoft.com/office/officeart/2005/8/layout/vList3"/>
  </dgm:cxnLst>
  <dgm:bg/>
  <dgm:whole/>
  <dgm:extLst>
    <a:ext uri="http://schemas.microsoft.com/office/drawing/2008/diagram">
      <dsp:dataModelExt xmlns:dsp="http://schemas.microsoft.com/office/drawing/2008/diagram" relId="rId13" minVer="http://schemas.openxmlformats.org/drawingml/2006/main"/>
    </a:ext>
  </dgm:extLst>
</dgm:dataModel>
</file>

<file path=ppt/diagrams/data3.xml><?xml version="1.0" encoding="utf-8"?>
<dgm:dataModel xmlns:dgm="http://schemas.openxmlformats.org/drawingml/2006/diagram" xmlns:a="http://schemas.openxmlformats.org/drawingml/2006/main">
  <dgm:ptLst>
    <dgm:pt modelId="{54A520D0-75AE-4671-99BA-0ADC769F73CD}" type="doc">
      <dgm:prSet loTypeId="urn:microsoft.com/office/officeart/2005/8/layout/default" loCatId="list" qsTypeId="urn:microsoft.com/office/officeart/2005/8/quickstyle/3d2" qsCatId="3D" csTypeId="urn:microsoft.com/office/officeart/2005/8/colors/accent1_2" csCatId="accent1" phldr="1"/>
      <dgm:spPr/>
      <dgm:t>
        <a:bodyPr/>
        <a:lstStyle/>
        <a:p>
          <a:endParaRPr lang="en-US"/>
        </a:p>
      </dgm:t>
    </dgm:pt>
    <dgm:pt modelId="{0C1F9CD4-2B38-4DFB-AC40-7AA26F34C774}" type="parTrans" cxnId="{8889B3F8-FBE1-4D7B-97BE-F4C6F4A55095}">
      <dgm:prSet/>
      <dgm:spPr/>
      <dgm:t>
        <a:bodyPr/>
        <a:lstStyle/>
        <a:p>
          <a:endParaRPr lang="en-US"/>
        </a:p>
      </dgm:t>
    </dgm:pt>
    <dgm:pt modelId="{0A61BD0D-83F7-4EAE-BE0C-DBB01075246C}">
      <dgm:prSet phldrT="[Text]"/>
      <dgm:spPr>
        <a:solidFill>
          <a:schemeClr val="accent2">
            <a:lumMod val="60000"/>
            <a:lumOff val="40000"/>
          </a:schemeClr>
        </a:solidFill>
        <a:ln>
          <a:noFill/>
        </a:ln>
        <a:scene3d>
          <a:camera prst="orthographicFront"/>
          <a:lightRig rig="threePt" dir="t">
            <a:rot lat="0" lon="0" rev="7500000"/>
          </a:lightRig>
        </a:scene3d>
        <a:sp3d prstMaterial="plastic">
          <a:bevelT w="127000" h="25400" prst="relaxedInset"/>
        </a:sp3d>
      </dgm:spPr>
      <dgm:t>
        <a:bodyPr/>
        <a:lstStyle/>
        <a:p>
          <a:r>
            <a:rPr lang="en-US" b="1" dirty="0">
              <a:solidFill>
                <a:schemeClr val="accent4">
                  <a:lumMod val="60000"/>
                  <a:lumOff val="40000"/>
                </a:schemeClr>
              </a:solidFill>
              <a:effectLst>
                <a:glow rad="127000">
                  <a:schemeClr val="tx1"/>
                </a:glow>
                <a:outerShdw blurRad="50800" dist="50800" dir="5400000" algn="ctr" rotWithShape="0">
                  <a:schemeClr val="accent2"/>
                </a:outerShdw>
              </a:effectLst>
            </a:rPr>
            <a:t>Personalized Health Guidance</a:t>
          </a:r>
          <a:r>
            <a:rPr lang="en-US" dirty="0">
              <a:solidFill>
                <a:schemeClr val="accent4">
                  <a:lumMod val="60000"/>
                  <a:lumOff val="40000"/>
                </a:schemeClr>
              </a:solidFill>
            </a:rPr>
            <a:t>: </a:t>
          </a:r>
          <a:r>
            <a:rPr lang="en-US" dirty="0">
              <a:solidFill>
                <a:schemeClr val="tx1"/>
              </a:solidFill>
            </a:rPr>
            <a:t>AI-driven guidance for child-specific nutrition and activity</a:t>
          </a:r>
        </a:p>
      </dgm:t>
    </dgm:pt>
    <dgm:pt modelId="{C487F791-7103-4ACE-BB3D-48F099B2DF53}" type="sibTrans" cxnId="{8889B3F8-FBE1-4D7B-97BE-F4C6F4A55095}">
      <dgm:prSet/>
      <dgm:spPr/>
      <dgm:t>
        <a:bodyPr/>
        <a:lstStyle/>
        <a:p>
          <a:endParaRPr lang="en-US"/>
        </a:p>
      </dgm:t>
    </dgm:pt>
    <dgm:pt modelId="{8837BAD5-21AC-4EBE-95F6-31BB72662074}" type="parTrans" cxnId="{86A3D729-BB95-43BE-AE53-8CA8380E17F3}">
      <dgm:prSet/>
      <dgm:spPr/>
      <dgm:t>
        <a:bodyPr/>
        <a:lstStyle/>
        <a:p>
          <a:endParaRPr lang="en-US"/>
        </a:p>
      </dgm:t>
    </dgm:pt>
    <dgm:pt modelId="{DB9AF640-973B-4647-9A13-90A2CA984EE3}">
      <dgm:prSet phldrT="[Text]"/>
      <dgm:spPr>
        <a:solidFill>
          <a:schemeClr val="accent1">
            <a:lumMod val="60000"/>
            <a:lumOff val="40000"/>
          </a:schemeClr>
        </a:solidFill>
        <a:ln>
          <a:noFill/>
        </a:ln>
        <a:scene3d>
          <a:camera prst="orthographicFront"/>
          <a:lightRig rig="threePt" dir="t">
            <a:rot lat="0" lon="0" rev="7500000"/>
          </a:lightRig>
        </a:scene3d>
        <a:sp3d prstMaterial="plastic">
          <a:bevelT w="127000" h="25400" prst="relaxedInset"/>
        </a:sp3d>
      </dgm:spPr>
      <dgm:t>
        <a:bodyPr/>
        <a:lstStyle/>
        <a:p>
          <a:r>
            <a:rPr lang="en-US" b="1" dirty="0">
              <a:solidFill>
                <a:schemeClr val="accent4">
                  <a:lumMod val="60000"/>
                  <a:lumOff val="40000"/>
                </a:schemeClr>
              </a:solidFill>
              <a:effectLst>
                <a:glow rad="127000">
                  <a:schemeClr val="tx1">
                    <a:lumMod val="75000"/>
                    <a:lumOff val="25000"/>
                  </a:schemeClr>
                </a:glow>
                <a:outerShdw blurRad="50800" dist="50800" dir="5400000" algn="ctr" rotWithShape="0">
                  <a:srgbClr val="FF0000"/>
                </a:outerShdw>
                <a:reflection stA="99000" endPos="0" dist="50800" dir="5400000" sy="-100000" algn="bl" rotWithShape="0"/>
              </a:effectLst>
            </a:rPr>
            <a:t>Interactive Content: </a:t>
          </a:r>
          <a:r>
            <a:rPr lang="en-US" dirty="0">
              <a:solidFill>
                <a:schemeClr val="tx1"/>
              </a:solidFill>
            </a:rPr>
            <a:t>Engaging educational tools for children that promote healthy habits</a:t>
          </a:r>
        </a:p>
      </dgm:t>
    </dgm:pt>
    <dgm:pt modelId="{047421F1-A78F-4786-826E-7214294BFADF}" type="sibTrans" cxnId="{86A3D729-BB95-43BE-AE53-8CA8380E17F3}">
      <dgm:prSet/>
      <dgm:spPr/>
      <dgm:t>
        <a:bodyPr/>
        <a:lstStyle/>
        <a:p>
          <a:endParaRPr lang="en-US"/>
        </a:p>
      </dgm:t>
    </dgm:pt>
    <dgm:pt modelId="{AC38D812-5A53-4E1C-9300-5E9C114237F8}" type="parTrans" cxnId="{6E4F8320-F78D-40ED-86C3-C771F3A4E801}">
      <dgm:prSet/>
      <dgm:spPr/>
      <dgm:t>
        <a:bodyPr/>
        <a:lstStyle/>
        <a:p>
          <a:endParaRPr lang="en-US"/>
        </a:p>
      </dgm:t>
    </dgm:pt>
    <dgm:pt modelId="{AE37C653-8BA0-4AF2-B193-6827B94031EF}">
      <dgm:prSet phldrT="[Text]"/>
      <dgm:spPr>
        <a:solidFill>
          <a:schemeClr val="bg1">
            <a:lumMod val="65000"/>
          </a:schemeClr>
        </a:solidFill>
        <a:ln>
          <a:noFill/>
        </a:ln>
        <a:scene3d>
          <a:camera prst="orthographicFront"/>
          <a:lightRig rig="threePt" dir="t">
            <a:rot lat="0" lon="0" rev="7500000"/>
          </a:lightRig>
        </a:scene3d>
        <a:sp3d prstMaterial="plastic">
          <a:bevelT w="127000" h="25400" prst="relaxedInset"/>
        </a:sp3d>
      </dgm:spPr>
      <dgm:t>
        <a:bodyPr/>
        <a:lstStyle/>
        <a:p>
          <a:r>
            <a:rPr lang="en-US" b="1" dirty="0">
              <a:solidFill>
                <a:schemeClr val="accent4">
                  <a:lumMod val="60000"/>
                  <a:lumOff val="40000"/>
                </a:schemeClr>
              </a:solidFill>
              <a:effectLst>
                <a:glow rad="127000">
                  <a:schemeClr val="tx1">
                    <a:lumMod val="75000"/>
                    <a:lumOff val="25000"/>
                  </a:schemeClr>
                </a:glow>
                <a:outerShdw blurRad="50800" dist="50800" dir="5400000" algn="ctr" rotWithShape="0">
                  <a:srgbClr val="FF0000"/>
                </a:outerShdw>
                <a:reflection stA="99000" endPos="0" dist="50800" dir="5400000" sy="-100000" algn="bl" rotWithShape="0"/>
              </a:effectLst>
            </a:rPr>
            <a:t>Parental Support : </a:t>
          </a:r>
          <a:r>
            <a:rPr lang="en-US" dirty="0">
              <a:solidFill>
                <a:schemeClr val="tx1"/>
              </a:solidFill>
            </a:rPr>
            <a:t>Tools and advice for parents to nurture a healthy lifestyle in children</a:t>
          </a:r>
        </a:p>
      </dgm:t>
    </dgm:pt>
    <dgm:pt modelId="{92443A8D-1FEC-4C4D-8E08-5F93F6D6133D}" type="sibTrans" cxnId="{6E4F8320-F78D-40ED-86C3-C771F3A4E801}">
      <dgm:prSet/>
      <dgm:spPr/>
      <dgm:t>
        <a:bodyPr/>
        <a:lstStyle/>
        <a:p>
          <a:endParaRPr lang="en-US"/>
        </a:p>
      </dgm:t>
    </dgm:pt>
    <dgm:pt modelId="{3FADF487-FB46-4388-8058-66DE01F1539C}" type="parTrans" cxnId="{9E9AFB6F-A036-4CCA-AA76-789F1A950D1D}">
      <dgm:prSet/>
      <dgm:spPr/>
      <dgm:t>
        <a:bodyPr/>
        <a:lstStyle/>
        <a:p>
          <a:endParaRPr lang="en-US"/>
        </a:p>
      </dgm:t>
    </dgm:pt>
    <dgm:pt modelId="{BD56F5E9-BEB9-4B6B-86C2-8E2426D01E98}">
      <dgm:prSet phldrT="[Text]"/>
      <dgm:spPr>
        <a:solidFill>
          <a:srgbClr val="D2A0FC"/>
        </a:solidFill>
        <a:ln>
          <a:noFill/>
        </a:ln>
        <a:scene3d>
          <a:camera prst="orthographicFront"/>
          <a:lightRig rig="threePt" dir="t">
            <a:rot lat="0" lon="0" rev="7500000"/>
          </a:lightRig>
        </a:scene3d>
        <a:sp3d prstMaterial="plastic">
          <a:bevelT w="127000" h="25400" prst="relaxedInset"/>
        </a:sp3d>
      </dgm:spPr>
      <dgm:t>
        <a:bodyPr/>
        <a:lstStyle/>
        <a:p>
          <a:r>
            <a:rPr lang="en-US" b="1" dirty="0">
              <a:solidFill>
                <a:schemeClr val="accent4">
                  <a:lumMod val="60000"/>
                  <a:lumOff val="40000"/>
                </a:schemeClr>
              </a:solidFill>
              <a:effectLst>
                <a:glow rad="127000">
                  <a:schemeClr val="tx1">
                    <a:lumMod val="85000"/>
                    <a:lumOff val="15000"/>
                  </a:schemeClr>
                </a:glow>
                <a:outerShdw blurRad="50800" dist="50800" dir="5400000" algn="ctr" rotWithShape="0">
                  <a:srgbClr val="00B050">
                    <a:alpha val="89000"/>
                  </a:srgbClr>
                </a:outerShdw>
              </a:effectLst>
            </a:rPr>
            <a:t>Comprehensive Tracking: </a:t>
          </a:r>
          <a:r>
            <a:rPr lang="en-US" dirty="0">
              <a:solidFill>
                <a:schemeClr val="tx1"/>
              </a:solidFill>
            </a:rPr>
            <a:t>Tracks children's diet and physical activities</a:t>
          </a:r>
        </a:p>
      </dgm:t>
    </dgm:pt>
    <dgm:pt modelId="{46FDB8E8-2DC2-471A-AAE8-02D2D17801C3}" type="sibTrans" cxnId="{9E9AFB6F-A036-4CCA-AA76-789F1A950D1D}">
      <dgm:prSet/>
      <dgm:spPr/>
      <dgm:t>
        <a:bodyPr/>
        <a:lstStyle/>
        <a:p>
          <a:endParaRPr lang="en-US"/>
        </a:p>
      </dgm:t>
    </dgm:pt>
    <dgm:pt modelId="{802BA151-6014-457E-AE93-A8E51F089673}" type="parTrans" cxnId="{8702F6EC-F1A7-44FF-A62F-43CF055CAB47}">
      <dgm:prSet/>
      <dgm:spPr/>
      <dgm:t>
        <a:bodyPr/>
        <a:lstStyle/>
        <a:p>
          <a:endParaRPr lang="en-US"/>
        </a:p>
      </dgm:t>
    </dgm:pt>
    <dgm:pt modelId="{900E79C8-B2DC-4DDC-B404-84D976CBC993}">
      <dgm:prSet phldrT="[Text]"/>
      <dgm:spPr>
        <a:solidFill>
          <a:schemeClr val="accent6">
            <a:lumMod val="60000"/>
            <a:lumOff val="40000"/>
          </a:schemeClr>
        </a:solidFill>
        <a:ln>
          <a:noFill/>
        </a:ln>
        <a:scene3d>
          <a:camera prst="orthographicFront"/>
          <a:lightRig rig="threePt" dir="t">
            <a:rot lat="0" lon="0" rev="7500000"/>
          </a:lightRig>
        </a:scene3d>
        <a:sp3d prstMaterial="plastic">
          <a:bevelT w="127000" h="25400" prst="relaxedInset"/>
        </a:sp3d>
      </dgm:spPr>
      <dgm:t>
        <a:bodyPr/>
        <a:lstStyle/>
        <a:p>
          <a:r>
            <a:rPr lang="en-US" b="1" dirty="0">
              <a:solidFill>
                <a:schemeClr val="accent4">
                  <a:lumMod val="60000"/>
                  <a:lumOff val="40000"/>
                </a:schemeClr>
              </a:solidFill>
              <a:effectLst>
                <a:glow rad="127000">
                  <a:schemeClr val="tx1"/>
                </a:glow>
                <a:outerShdw blurRad="50800" dist="50800" dir="5400000" algn="ctr" rotWithShape="0">
                  <a:srgbClr val="FF0000"/>
                </a:outerShdw>
              </a:effectLst>
            </a:rPr>
            <a:t>Data Security: </a:t>
          </a:r>
          <a:r>
            <a:rPr lang="en-US" dirty="0">
              <a:solidFill>
                <a:schemeClr val="tx1"/>
              </a:solidFill>
            </a:rPr>
            <a:t>Ensures user data safety and privacy</a:t>
          </a:r>
        </a:p>
      </dgm:t>
    </dgm:pt>
    <dgm:pt modelId="{4BE39C60-1099-4A36-8C78-4C7D10BBF03E}" type="sibTrans" cxnId="{8702F6EC-F1A7-44FF-A62F-43CF055CAB47}">
      <dgm:prSet/>
      <dgm:spPr/>
      <dgm:t>
        <a:bodyPr/>
        <a:lstStyle/>
        <a:p>
          <a:endParaRPr lang="en-US"/>
        </a:p>
      </dgm:t>
    </dgm:pt>
    <dgm:pt modelId="{C16AD288-D228-48CE-927F-38415B19EC5B}" type="pres">
      <dgm:prSet presAssocID="{54A520D0-75AE-4671-99BA-0ADC769F73CD}" presName="diagram" presStyleCnt="0">
        <dgm:presLayoutVars>
          <dgm:dir/>
          <dgm:resizeHandles val="exact"/>
        </dgm:presLayoutVars>
      </dgm:prSet>
      <dgm:spPr/>
    </dgm:pt>
    <dgm:pt modelId="{DC42FE9B-8077-408D-A579-AF7B522D6386}" type="pres">
      <dgm:prSet presAssocID="{0A61BD0D-83F7-4EAE-BE0C-DBB01075246C}" presName="node" presStyleLbl="node1" presStyleIdx="0" presStyleCnt="5">
        <dgm:presLayoutVars>
          <dgm:bulletEnabled val="1"/>
        </dgm:presLayoutVars>
      </dgm:prSet>
      <dgm:spPr/>
    </dgm:pt>
    <dgm:pt modelId="{09606044-1E88-4368-941A-98E28C7A506D}" type="pres">
      <dgm:prSet presAssocID="{C487F791-7103-4ACE-BB3D-48F099B2DF53}" presName="sibTrans" presStyleCnt="0"/>
      <dgm:spPr/>
    </dgm:pt>
    <dgm:pt modelId="{B9054D12-272E-4110-996A-C4A179B6B761}" type="pres">
      <dgm:prSet presAssocID="{DB9AF640-973B-4647-9A13-90A2CA984EE3}" presName="node" presStyleLbl="node1" presStyleIdx="1" presStyleCnt="5" custLinFactNeighborX="1577" custLinFactNeighborY="1971">
        <dgm:presLayoutVars>
          <dgm:bulletEnabled val="1"/>
        </dgm:presLayoutVars>
      </dgm:prSet>
      <dgm:spPr/>
    </dgm:pt>
    <dgm:pt modelId="{56C530DA-07B9-40D5-B724-911908DE3CA4}" type="pres">
      <dgm:prSet presAssocID="{047421F1-A78F-4786-826E-7214294BFADF}" presName="sibTrans" presStyleCnt="0"/>
      <dgm:spPr/>
    </dgm:pt>
    <dgm:pt modelId="{38ADE473-8610-4674-A7F2-223065B832C2}" type="pres">
      <dgm:prSet presAssocID="{AE37C653-8BA0-4AF2-B193-6827B94031EF}" presName="node" presStyleLbl="node1" presStyleIdx="2" presStyleCnt="5">
        <dgm:presLayoutVars>
          <dgm:bulletEnabled val="1"/>
        </dgm:presLayoutVars>
      </dgm:prSet>
      <dgm:spPr/>
    </dgm:pt>
    <dgm:pt modelId="{147CE9B4-74C6-4CA2-8152-CCFC4BF76838}" type="pres">
      <dgm:prSet presAssocID="{92443A8D-1FEC-4C4D-8E08-5F93F6D6133D}" presName="sibTrans" presStyleCnt="0"/>
      <dgm:spPr/>
    </dgm:pt>
    <dgm:pt modelId="{686EDAAE-2183-415A-AAE1-E502E9D0DB8E}" type="pres">
      <dgm:prSet presAssocID="{BD56F5E9-BEB9-4B6B-86C2-8E2426D01E98}" presName="node" presStyleLbl="node1" presStyleIdx="3" presStyleCnt="5">
        <dgm:presLayoutVars>
          <dgm:bulletEnabled val="1"/>
        </dgm:presLayoutVars>
      </dgm:prSet>
      <dgm:spPr/>
    </dgm:pt>
    <dgm:pt modelId="{821C6EF0-3A66-415A-BBD5-AF9EE175E59D}" type="pres">
      <dgm:prSet presAssocID="{46FDB8E8-2DC2-471A-AAE8-02D2D17801C3}" presName="sibTrans" presStyleCnt="0"/>
      <dgm:spPr/>
    </dgm:pt>
    <dgm:pt modelId="{00F253B3-CF8A-4EC2-B06B-70DBB49C1423}" type="pres">
      <dgm:prSet presAssocID="{900E79C8-B2DC-4DDC-B404-84D976CBC993}" presName="node" presStyleLbl="node1" presStyleIdx="4" presStyleCnt="5">
        <dgm:presLayoutVars>
          <dgm:bulletEnabled val="1"/>
        </dgm:presLayoutVars>
      </dgm:prSet>
      <dgm:spPr/>
    </dgm:pt>
  </dgm:ptLst>
  <dgm:cxnLst>
    <dgm:cxn modelId="{6E4F8320-F78D-40ED-86C3-C771F3A4E801}" srcId="{54A520D0-75AE-4671-99BA-0ADC769F73CD}" destId="{AE37C653-8BA0-4AF2-B193-6827B94031EF}" srcOrd="2" destOrd="0" parTransId="{AC38D812-5A53-4E1C-9300-5E9C114237F8}" sibTransId="{92443A8D-1FEC-4C4D-8E08-5F93F6D6133D}"/>
    <dgm:cxn modelId="{86A3D729-BB95-43BE-AE53-8CA8380E17F3}" srcId="{54A520D0-75AE-4671-99BA-0ADC769F73CD}" destId="{DB9AF640-973B-4647-9A13-90A2CA984EE3}" srcOrd="1" destOrd="0" parTransId="{8837BAD5-21AC-4EBE-95F6-31BB72662074}" sibTransId="{047421F1-A78F-4786-826E-7214294BFADF}"/>
    <dgm:cxn modelId="{560FE963-113F-414B-A313-B6554F27FEC0}" type="presOf" srcId="{0A61BD0D-83F7-4EAE-BE0C-DBB01075246C}" destId="{DC42FE9B-8077-408D-A579-AF7B522D6386}" srcOrd="0" destOrd="0" presId="urn:microsoft.com/office/officeart/2005/8/layout/default"/>
    <dgm:cxn modelId="{97BFF96B-8551-4CFA-AB6C-7C5C3C6AD054}" type="presOf" srcId="{900E79C8-B2DC-4DDC-B404-84D976CBC993}" destId="{00F253B3-CF8A-4EC2-B06B-70DBB49C1423}" srcOrd="0" destOrd="0" presId="urn:microsoft.com/office/officeart/2005/8/layout/default"/>
    <dgm:cxn modelId="{9E9AFB6F-A036-4CCA-AA76-789F1A950D1D}" srcId="{54A520D0-75AE-4671-99BA-0ADC769F73CD}" destId="{BD56F5E9-BEB9-4B6B-86C2-8E2426D01E98}" srcOrd="3" destOrd="0" parTransId="{3FADF487-FB46-4388-8058-66DE01F1539C}" sibTransId="{46FDB8E8-2DC2-471A-AAE8-02D2D17801C3}"/>
    <dgm:cxn modelId="{4DC74678-AD10-486B-87DE-9499A97DFFF5}" type="presOf" srcId="{AE37C653-8BA0-4AF2-B193-6827B94031EF}" destId="{38ADE473-8610-4674-A7F2-223065B832C2}" srcOrd="0" destOrd="0" presId="urn:microsoft.com/office/officeart/2005/8/layout/default"/>
    <dgm:cxn modelId="{5CEFDBC6-5D02-4316-8AE2-AB8A88541681}" type="presOf" srcId="{DB9AF640-973B-4647-9A13-90A2CA984EE3}" destId="{B9054D12-272E-4110-996A-C4A179B6B761}" srcOrd="0" destOrd="0" presId="urn:microsoft.com/office/officeart/2005/8/layout/default"/>
    <dgm:cxn modelId="{980260CD-8D88-4033-B8C5-EDF1FC5655DA}" type="presOf" srcId="{54A520D0-75AE-4671-99BA-0ADC769F73CD}" destId="{C16AD288-D228-48CE-927F-38415B19EC5B}" srcOrd="0" destOrd="0" presId="urn:microsoft.com/office/officeart/2005/8/layout/default"/>
    <dgm:cxn modelId="{8702F6EC-F1A7-44FF-A62F-43CF055CAB47}" srcId="{54A520D0-75AE-4671-99BA-0ADC769F73CD}" destId="{900E79C8-B2DC-4DDC-B404-84D976CBC993}" srcOrd="4" destOrd="0" parTransId="{802BA151-6014-457E-AE93-A8E51F089673}" sibTransId="{4BE39C60-1099-4A36-8C78-4C7D10BBF03E}"/>
    <dgm:cxn modelId="{CA3C1AF2-E065-4377-B97F-0957D5086C62}" type="presOf" srcId="{BD56F5E9-BEB9-4B6B-86C2-8E2426D01E98}" destId="{686EDAAE-2183-415A-AAE1-E502E9D0DB8E}" srcOrd="0" destOrd="0" presId="urn:microsoft.com/office/officeart/2005/8/layout/default"/>
    <dgm:cxn modelId="{8889B3F8-FBE1-4D7B-97BE-F4C6F4A55095}" srcId="{54A520D0-75AE-4671-99BA-0ADC769F73CD}" destId="{0A61BD0D-83F7-4EAE-BE0C-DBB01075246C}" srcOrd="0" destOrd="0" parTransId="{0C1F9CD4-2B38-4DFB-AC40-7AA26F34C774}" sibTransId="{C487F791-7103-4ACE-BB3D-48F099B2DF53}"/>
    <dgm:cxn modelId="{87B270C7-E7E8-49FC-9065-D14ECC0D738D}" type="presParOf" srcId="{C16AD288-D228-48CE-927F-38415B19EC5B}" destId="{DC42FE9B-8077-408D-A579-AF7B522D6386}" srcOrd="0" destOrd="0" presId="urn:microsoft.com/office/officeart/2005/8/layout/default"/>
    <dgm:cxn modelId="{6EB3A29C-1300-4524-A3D1-C1E98C7F53FD}" type="presParOf" srcId="{C16AD288-D228-48CE-927F-38415B19EC5B}" destId="{09606044-1E88-4368-941A-98E28C7A506D}" srcOrd="1" destOrd="0" presId="urn:microsoft.com/office/officeart/2005/8/layout/default"/>
    <dgm:cxn modelId="{0F8CE345-7A28-47AF-ABBA-F1E223ED6783}" type="presParOf" srcId="{C16AD288-D228-48CE-927F-38415B19EC5B}" destId="{B9054D12-272E-4110-996A-C4A179B6B761}" srcOrd="2" destOrd="0" presId="urn:microsoft.com/office/officeart/2005/8/layout/default"/>
    <dgm:cxn modelId="{AED5CDED-595D-4285-9000-480EB4639B47}" type="presParOf" srcId="{C16AD288-D228-48CE-927F-38415B19EC5B}" destId="{56C530DA-07B9-40D5-B724-911908DE3CA4}" srcOrd="3" destOrd="0" presId="urn:microsoft.com/office/officeart/2005/8/layout/default"/>
    <dgm:cxn modelId="{946AC61D-9052-4051-9373-EE4730B601E7}" type="presParOf" srcId="{C16AD288-D228-48CE-927F-38415B19EC5B}" destId="{38ADE473-8610-4674-A7F2-223065B832C2}" srcOrd="4" destOrd="0" presId="urn:microsoft.com/office/officeart/2005/8/layout/default"/>
    <dgm:cxn modelId="{E4320968-CB19-466F-B513-1C9FF56E551D}" type="presParOf" srcId="{C16AD288-D228-48CE-927F-38415B19EC5B}" destId="{147CE9B4-74C6-4CA2-8152-CCFC4BF76838}" srcOrd="5" destOrd="0" presId="urn:microsoft.com/office/officeart/2005/8/layout/default"/>
    <dgm:cxn modelId="{9F357134-48B5-418B-834F-9B086D2C57BE}" type="presParOf" srcId="{C16AD288-D228-48CE-927F-38415B19EC5B}" destId="{686EDAAE-2183-415A-AAE1-E502E9D0DB8E}" srcOrd="6" destOrd="0" presId="urn:microsoft.com/office/officeart/2005/8/layout/default"/>
    <dgm:cxn modelId="{FD0545EA-0D38-47DC-A7B2-5C64D933CFE7}" type="presParOf" srcId="{C16AD288-D228-48CE-927F-38415B19EC5B}" destId="{821C6EF0-3A66-415A-BBD5-AF9EE175E59D}" srcOrd="7" destOrd="0" presId="urn:microsoft.com/office/officeart/2005/8/layout/default"/>
    <dgm:cxn modelId="{10B4D011-AD94-49D8-821C-4F85DC8CD0C6}" type="presParOf" srcId="{C16AD288-D228-48CE-927F-38415B19EC5B}" destId="{00F253B3-CF8A-4EC2-B06B-70DBB49C1423}" srcOrd="8"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main"/>
    </a:ext>
  </dgm:extLst>
</dgm:dataModel>
</file>

<file path=ppt/diagrams/data4.xml><?xml version="1.0" encoding="utf-8"?>
<dgm:dataModel xmlns:dgm="http://schemas.openxmlformats.org/drawingml/2006/diagram" xmlns:a="http://schemas.openxmlformats.org/drawingml/2006/main">
  <dgm:ptLst>
    <dgm:pt modelId="{FBACE800-3C35-4D70-81A2-05436BABC888}" type="doc">
      <dgm:prSet loTypeId="urn:microsoft.com/office/officeart/2005/8/layout/hierarchy1" loCatId="hierarchy" qsTypeId="urn:microsoft.com/office/officeart/2005/8/quickstyle/simple1" qsCatId="simple" csTypeId="urn:microsoft.com/office/officeart/2005/8/colors/colorful3" csCatId="colorful" phldr="1"/>
      <dgm:spPr/>
      <dgm:t>
        <a:bodyPr/>
        <a:lstStyle/>
        <a:p>
          <a:endParaRPr lang="en-US"/>
        </a:p>
      </dgm:t>
    </dgm:pt>
    <dgm:pt modelId="{14687AE8-DF7D-40A7-A641-7778A2074DBF}" type="parTrans" cxnId="{9B5370EE-DF44-434C-BC02-2290976B6A7E}">
      <dgm:prSet/>
      <dgm:spPr/>
      <dgm:t>
        <a:bodyPr/>
        <a:lstStyle/>
        <a:p>
          <a:endParaRPr lang="en-US"/>
        </a:p>
      </dgm:t>
    </dgm:pt>
    <dgm:pt modelId="{A080E859-5E30-4A21-9C97-2B629583F8C9}">
      <dgm:prSet phldrT="[Text]" custT="1"/>
      <dgm:spPr>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dgm:spPr>
      <dgm:t>
        <a:bodyPr/>
        <a:lstStyle/>
        <a:p>
          <a:r>
            <a:rPr lang="en-US" sz="1800" b="1"/>
            <a:t>PROJECT INITIATION</a:t>
          </a:r>
        </a:p>
      </dgm:t>
    </dgm:pt>
    <dgm:pt modelId="{8C455941-CA6F-4699-8488-D2C23A9797A1}" type="parTrans" cxnId="{CF6349C3-95C6-4B09-A033-A70E264721E1}">
      <dgm:prSet/>
      <dgm:spPr>
        <a:noFill/>
        <a:ln w="12700" cap="flat" cmpd="sng" algn="ctr">
          <a:solidFill>
            <a:schemeClr val="accent4">
              <a:hueOff val="0"/>
              <a:satOff val="0"/>
              <a:lumOff val="0"/>
              <a:alphaOff val="0"/>
            </a:schemeClr>
          </a:solidFill>
          <a:prstDash val="solid"/>
          <a:miter lim="800000"/>
        </a:ln>
      </dgm:spPr>
      <dgm:t>
        <a:bodyPr/>
        <a:lstStyle/>
        <a:p>
          <a:endParaRPr lang="en-US"/>
        </a:p>
      </dgm:t>
    </dgm:pt>
    <dgm:pt modelId="{85CB7B17-FACC-4CB0-8E38-9AF923506696}">
      <dgm:prSet phldrT="[Text]"/>
      <dgm:spPr>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dgm:spPr>
      <dgm:t>
        <a:bodyPr/>
        <a:lstStyle/>
        <a:p>
          <a:r>
            <a:rPr lang="en-US" b="1"/>
            <a:t>APPLICATION DEVELOPMENT</a:t>
          </a:r>
        </a:p>
      </dgm:t>
    </dgm:pt>
    <dgm:pt modelId="{17CA9F08-2DFE-4C45-8B10-A449F7B430B1}" type="parTrans" cxnId="{29FD626F-BDAF-4B2B-A3DA-E07C07D10E68}">
      <dgm:prSet/>
      <dgm:spPr>
        <a:noFill/>
        <a:ln w="12700" cap="flat" cmpd="sng" algn="ctr">
          <a:solidFill>
            <a:schemeClr val="accent5">
              <a:hueOff val="0"/>
              <a:satOff val="0"/>
              <a:lumOff val="0"/>
              <a:alphaOff val="0"/>
            </a:schemeClr>
          </a:solidFill>
          <a:prstDash val="solid"/>
          <a:miter lim="800000"/>
        </a:ln>
      </dgm:spPr>
      <dgm:t>
        <a:bodyPr/>
        <a:lstStyle/>
        <a:p>
          <a:endParaRPr lang="en-US"/>
        </a:p>
      </dgm:t>
    </dgm:pt>
    <dgm:pt modelId="{5674F2E1-65D9-4BBE-9C50-C1B4B11281D0}">
      <dgm:prSet phldrT="[Text]"/>
      <dgm:spPr>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dgm:spPr>
      <dgm:t>
        <a:bodyPr/>
        <a:lstStyle/>
        <a:p>
          <a:r>
            <a:rPr lang="en-US" b="1"/>
            <a:t>PROJECT MANAGEMENT AND OVERSIGHT</a:t>
          </a:r>
        </a:p>
      </dgm:t>
    </dgm:pt>
    <dgm:pt modelId="{668269F3-53F5-4A61-9694-77B8DCE435F8}" type="sibTrans" cxnId="{29FD626F-BDAF-4B2B-A3DA-E07C07D10E68}">
      <dgm:prSet/>
      <dgm:spPr/>
      <dgm:t>
        <a:bodyPr/>
        <a:lstStyle/>
        <a:p>
          <a:endParaRPr lang="en-US"/>
        </a:p>
      </dgm:t>
    </dgm:pt>
    <dgm:pt modelId="{A2CFC9D3-F799-44C9-B74C-FAF298298A0F}" type="parTrans" cxnId="{EE2C5230-41FA-4496-B9D9-70133103EFF9}">
      <dgm:prSet/>
      <dgm:spPr>
        <a:noFill/>
        <a:ln w="12700" cap="flat" cmpd="sng" algn="ctr">
          <a:solidFill>
            <a:schemeClr val="accent5">
              <a:hueOff val="0"/>
              <a:satOff val="0"/>
              <a:lumOff val="0"/>
              <a:alphaOff val="0"/>
            </a:schemeClr>
          </a:solidFill>
          <a:prstDash val="solid"/>
          <a:miter lim="800000"/>
        </a:ln>
      </dgm:spPr>
      <dgm:t>
        <a:bodyPr/>
        <a:lstStyle/>
        <a:p>
          <a:endParaRPr lang="en-US"/>
        </a:p>
      </dgm:t>
    </dgm:pt>
    <dgm:pt modelId="{CF9D2A87-8997-4EC2-867B-14E171E68D23}">
      <dgm:prSet phldrT="[Text]"/>
      <dgm:spPr>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dgm:spPr>
      <dgm:t>
        <a:bodyPr/>
        <a:lstStyle/>
        <a:p>
          <a:r>
            <a:rPr lang="en-US" b="1"/>
            <a:t>MONITORING AND EVALUATION</a:t>
          </a:r>
        </a:p>
      </dgm:t>
    </dgm:pt>
    <dgm:pt modelId="{33ED29C9-9866-4CA0-9D3A-36C7243C7881}" type="sibTrans" cxnId="{EE2C5230-41FA-4496-B9D9-70133103EFF9}">
      <dgm:prSet/>
      <dgm:spPr/>
      <dgm:t>
        <a:bodyPr/>
        <a:lstStyle/>
        <a:p>
          <a:endParaRPr lang="en-US"/>
        </a:p>
      </dgm:t>
    </dgm:pt>
    <dgm:pt modelId="{52FF1AE8-1952-46A4-85E1-FDC937C66FA1}" type="sibTrans" cxnId="{CF6349C3-95C6-4B09-A033-A70E264721E1}">
      <dgm:prSet/>
      <dgm:spPr/>
      <dgm:t>
        <a:bodyPr/>
        <a:lstStyle/>
        <a:p>
          <a:endParaRPr lang="en-US"/>
        </a:p>
      </dgm:t>
    </dgm:pt>
    <dgm:pt modelId="{97CCEA2C-CCE1-4135-A75D-3FB1529A18F3}" type="parTrans" cxnId="{03C780D3-E9C6-40E3-88C4-AAC03E2672CB}">
      <dgm:prSet/>
      <dgm:spPr>
        <a:noFill/>
        <a:ln w="12700" cap="flat" cmpd="sng" algn="ctr">
          <a:solidFill>
            <a:schemeClr val="accent4">
              <a:hueOff val="0"/>
              <a:satOff val="0"/>
              <a:lumOff val="0"/>
              <a:alphaOff val="0"/>
            </a:schemeClr>
          </a:solidFill>
          <a:prstDash val="solid"/>
          <a:miter lim="800000"/>
        </a:ln>
      </dgm:spPr>
      <dgm:t>
        <a:bodyPr/>
        <a:lstStyle/>
        <a:p>
          <a:endParaRPr lang="en-US"/>
        </a:p>
      </dgm:t>
    </dgm:pt>
    <dgm:pt modelId="{56B0D53F-3BF7-4C5E-8C22-7BFEB969DC35}">
      <dgm:prSet phldrT="[Text]"/>
      <dgm:spPr>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dgm:spPr>
      <dgm:t>
        <a:bodyPr/>
        <a:lstStyle/>
        <a:p>
          <a:r>
            <a:rPr lang="en-US" b="1"/>
            <a:t>APPLICATION TESTING AND LAUNCH</a:t>
          </a:r>
        </a:p>
      </dgm:t>
    </dgm:pt>
    <dgm:pt modelId="{BFA9AF04-A1C0-492D-BDA7-72FE1F527AD6}" type="sibTrans" cxnId="{03C780D3-E9C6-40E3-88C4-AAC03E2672CB}">
      <dgm:prSet/>
      <dgm:spPr/>
      <dgm:t>
        <a:bodyPr/>
        <a:lstStyle/>
        <a:p>
          <a:endParaRPr lang="en-US"/>
        </a:p>
      </dgm:t>
    </dgm:pt>
    <dgm:pt modelId="{E8532736-674B-4524-83DA-C113DBF22211}" type="sibTrans" cxnId="{9B5370EE-DF44-434C-BC02-2290976B6A7E}">
      <dgm:prSet/>
      <dgm:spPr/>
      <dgm:t>
        <a:bodyPr/>
        <a:lstStyle/>
        <a:p>
          <a:endParaRPr lang="en-US"/>
        </a:p>
      </dgm:t>
    </dgm:pt>
    <dgm:pt modelId="{72C8A2D2-9A37-411C-B66D-BB2137D8CA8A}" type="pres">
      <dgm:prSet presAssocID="{FBACE800-3C35-4D70-81A2-05436BABC888}" presName="hierChild1" presStyleCnt="0">
        <dgm:presLayoutVars>
          <dgm:chPref val="1"/>
          <dgm:dir/>
          <dgm:animOne val="branch"/>
          <dgm:animLvl val="lvl"/>
          <dgm:resizeHandles/>
        </dgm:presLayoutVars>
      </dgm:prSet>
      <dgm:spPr/>
    </dgm:pt>
    <dgm:pt modelId="{01CDC24D-C1C5-4055-A880-A405E7F5EB4B}" type="pres">
      <dgm:prSet presAssocID="{A080E859-5E30-4A21-9C97-2B629583F8C9}" presName="hierRoot1" presStyleCnt="0"/>
      <dgm:spPr/>
    </dgm:pt>
    <dgm:pt modelId="{5F580AEF-8644-4859-A543-88BBCA43F236}" type="pres">
      <dgm:prSet presAssocID="{A080E859-5E30-4A21-9C97-2B629583F8C9}" presName="composite" presStyleCnt="0"/>
      <dgm:spPr/>
    </dgm:pt>
    <dgm:pt modelId="{A14545FC-321C-4C18-A353-FF10EFF3F749}" type="pres">
      <dgm:prSet presAssocID="{A080E859-5E30-4A21-9C97-2B629583F8C9}" presName="background" presStyleLbl="node0" presStyleIdx="0" presStyleCnt="1"/>
      <dgm:spPr>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dgm:spPr>
    </dgm:pt>
    <dgm:pt modelId="{1F5DEF8A-7C7F-4353-AAB4-E1D092F51ED4}" type="pres">
      <dgm:prSet presAssocID="{A080E859-5E30-4A21-9C97-2B629583F8C9}" presName="text" presStyleLbl="fgAcc0" presStyleIdx="0" presStyleCnt="1">
        <dgm:presLayoutVars>
          <dgm:chPref val="3"/>
        </dgm:presLayoutVars>
      </dgm:prSet>
      <dgm:spPr/>
    </dgm:pt>
    <dgm:pt modelId="{637BC790-390C-455C-8524-043E82B348EA}" type="pres">
      <dgm:prSet presAssocID="{A080E859-5E30-4A21-9C97-2B629583F8C9}" presName="hierChild2" presStyleCnt="0"/>
      <dgm:spPr/>
    </dgm:pt>
    <dgm:pt modelId="{69F27F2B-8E17-4FFB-856D-53AAD6C469A9}" type="pres">
      <dgm:prSet presAssocID="{8C455941-CA6F-4699-8488-D2C23A9797A1}" presName="Name10" presStyleLbl="parChTrans1D2" presStyleIdx="0" presStyleCnt="2"/>
      <dgm:spPr/>
    </dgm:pt>
    <dgm:pt modelId="{EA77408B-6895-42EA-9513-92EC0D8F2325}" type="pres">
      <dgm:prSet presAssocID="{85CB7B17-FACC-4CB0-8E38-9AF923506696}" presName="hierRoot2" presStyleCnt="0"/>
      <dgm:spPr/>
    </dgm:pt>
    <dgm:pt modelId="{C9BD3AAC-0793-40FB-B442-588C21CFAF9D}" type="pres">
      <dgm:prSet presAssocID="{85CB7B17-FACC-4CB0-8E38-9AF923506696}" presName="composite2" presStyleCnt="0"/>
      <dgm:spPr/>
    </dgm:pt>
    <dgm:pt modelId="{CEDAC92D-3766-4856-B00A-FF6DB9DCCD04}" type="pres">
      <dgm:prSet presAssocID="{85CB7B17-FACC-4CB0-8E38-9AF923506696}" presName="background2" presStyleLbl="node2" presStyleIdx="0" presStyleCnt="2"/>
      <dgm:spPr>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dgm:spPr>
    </dgm:pt>
    <dgm:pt modelId="{A066320A-1C03-4385-A321-00401A6CFFD9}" type="pres">
      <dgm:prSet presAssocID="{85CB7B17-FACC-4CB0-8E38-9AF923506696}" presName="text2" presStyleLbl="fgAcc2" presStyleIdx="0" presStyleCnt="2">
        <dgm:presLayoutVars>
          <dgm:chPref val="3"/>
        </dgm:presLayoutVars>
      </dgm:prSet>
      <dgm:spPr/>
    </dgm:pt>
    <dgm:pt modelId="{6DF9EED0-73E7-4D2D-A1B8-EC15C23BD496}" type="pres">
      <dgm:prSet presAssocID="{85CB7B17-FACC-4CB0-8E38-9AF923506696}" presName="hierChild3" presStyleCnt="0"/>
      <dgm:spPr/>
    </dgm:pt>
    <dgm:pt modelId="{EE257698-6879-4F9C-A92F-7676C5C266AC}" type="pres">
      <dgm:prSet presAssocID="{17CA9F08-2DFE-4C45-8B10-A449F7B430B1}" presName="Name17" presStyleLbl="parChTrans1D3" presStyleIdx="0" presStyleCnt="2"/>
      <dgm:spPr/>
    </dgm:pt>
    <dgm:pt modelId="{91809DDF-0A7C-4732-8A7D-A70C6D91317A}" type="pres">
      <dgm:prSet presAssocID="{5674F2E1-65D9-4BBE-9C50-C1B4B11281D0}" presName="hierRoot3" presStyleCnt="0"/>
      <dgm:spPr/>
    </dgm:pt>
    <dgm:pt modelId="{2D18F07C-FBA6-4470-8030-9A8DDD35607D}" type="pres">
      <dgm:prSet presAssocID="{5674F2E1-65D9-4BBE-9C50-C1B4B11281D0}" presName="composite3" presStyleCnt="0"/>
      <dgm:spPr/>
    </dgm:pt>
    <dgm:pt modelId="{CCF96A41-6860-4E08-B9E0-EB0A3AF7762C}" type="pres">
      <dgm:prSet presAssocID="{5674F2E1-65D9-4BBE-9C50-C1B4B11281D0}" presName="background3" presStyleLbl="node3" presStyleIdx="0" presStyleCnt="2"/>
      <dgm:spPr>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dgm:spPr>
    </dgm:pt>
    <dgm:pt modelId="{F7794287-61B2-4B43-9BCD-3AAADF3E1FA8}" type="pres">
      <dgm:prSet presAssocID="{5674F2E1-65D9-4BBE-9C50-C1B4B11281D0}" presName="text3" presStyleLbl="fgAcc3" presStyleIdx="0" presStyleCnt="2">
        <dgm:presLayoutVars>
          <dgm:chPref val="3"/>
        </dgm:presLayoutVars>
      </dgm:prSet>
      <dgm:spPr/>
    </dgm:pt>
    <dgm:pt modelId="{0F532930-D1C0-46D8-8BAC-6483F79E96CE}" type="pres">
      <dgm:prSet presAssocID="{5674F2E1-65D9-4BBE-9C50-C1B4B11281D0}" presName="hierChild4" presStyleCnt="0"/>
      <dgm:spPr/>
    </dgm:pt>
    <dgm:pt modelId="{AF7B8177-D09E-4FA1-9B6C-D530923BC8E9}" type="pres">
      <dgm:prSet presAssocID="{A2CFC9D3-F799-44C9-B74C-FAF298298A0F}" presName="Name17" presStyleLbl="parChTrans1D3" presStyleIdx="1" presStyleCnt="2"/>
      <dgm:spPr/>
    </dgm:pt>
    <dgm:pt modelId="{21C69883-BFDD-4F23-8BE9-202FBF996AA6}" type="pres">
      <dgm:prSet presAssocID="{CF9D2A87-8997-4EC2-867B-14E171E68D23}" presName="hierRoot3" presStyleCnt="0"/>
      <dgm:spPr/>
    </dgm:pt>
    <dgm:pt modelId="{A1BEB408-DBCF-48AB-A636-516ECC0594B3}" type="pres">
      <dgm:prSet presAssocID="{CF9D2A87-8997-4EC2-867B-14E171E68D23}" presName="composite3" presStyleCnt="0"/>
      <dgm:spPr/>
    </dgm:pt>
    <dgm:pt modelId="{6D81B74B-3F5D-4C62-B564-23CE685B89EC}" type="pres">
      <dgm:prSet presAssocID="{CF9D2A87-8997-4EC2-867B-14E171E68D23}" presName="background3" presStyleLbl="node3" presStyleIdx="1" presStyleCnt="2"/>
      <dgm:spPr>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dgm:spPr>
    </dgm:pt>
    <dgm:pt modelId="{81485FA3-D3D0-4691-8E7E-CD0F523F6479}" type="pres">
      <dgm:prSet presAssocID="{CF9D2A87-8997-4EC2-867B-14E171E68D23}" presName="text3" presStyleLbl="fgAcc3" presStyleIdx="1" presStyleCnt="2">
        <dgm:presLayoutVars>
          <dgm:chPref val="3"/>
        </dgm:presLayoutVars>
      </dgm:prSet>
      <dgm:spPr/>
    </dgm:pt>
    <dgm:pt modelId="{2866F014-71F3-42E2-9327-15AD89DE96D5}" type="pres">
      <dgm:prSet presAssocID="{CF9D2A87-8997-4EC2-867B-14E171E68D23}" presName="hierChild4" presStyleCnt="0"/>
      <dgm:spPr/>
    </dgm:pt>
    <dgm:pt modelId="{50B010E7-5475-4507-A658-D9389605DEBC}" type="pres">
      <dgm:prSet presAssocID="{97CCEA2C-CCE1-4135-A75D-3FB1529A18F3}" presName="Name10" presStyleLbl="parChTrans1D2" presStyleIdx="1" presStyleCnt="2"/>
      <dgm:spPr/>
    </dgm:pt>
    <dgm:pt modelId="{E3CAF120-8452-426E-9007-4840D571539A}" type="pres">
      <dgm:prSet presAssocID="{56B0D53F-3BF7-4C5E-8C22-7BFEB969DC35}" presName="hierRoot2" presStyleCnt="0"/>
      <dgm:spPr/>
    </dgm:pt>
    <dgm:pt modelId="{DD11FA57-0879-4654-9F77-BD8F1BA3AB49}" type="pres">
      <dgm:prSet presAssocID="{56B0D53F-3BF7-4C5E-8C22-7BFEB969DC35}" presName="composite2" presStyleCnt="0"/>
      <dgm:spPr/>
    </dgm:pt>
    <dgm:pt modelId="{DF814608-84B4-4C42-932D-FBF141B4866D}" type="pres">
      <dgm:prSet presAssocID="{56B0D53F-3BF7-4C5E-8C22-7BFEB969DC35}" presName="background2" presStyleLbl="node2" presStyleIdx="1" presStyleCnt="2"/>
      <dgm:spPr>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dgm:spPr>
    </dgm:pt>
    <dgm:pt modelId="{9F0FD1C6-7295-4091-B30B-390CCBF725C1}" type="pres">
      <dgm:prSet presAssocID="{56B0D53F-3BF7-4C5E-8C22-7BFEB969DC35}" presName="text2" presStyleLbl="fgAcc2" presStyleIdx="1" presStyleCnt="2">
        <dgm:presLayoutVars>
          <dgm:chPref val="3"/>
        </dgm:presLayoutVars>
      </dgm:prSet>
      <dgm:spPr/>
    </dgm:pt>
    <dgm:pt modelId="{3E224DD7-22C5-4002-97E6-A50D4CB08E3D}" type="pres">
      <dgm:prSet presAssocID="{56B0D53F-3BF7-4C5E-8C22-7BFEB969DC35}" presName="hierChild3" presStyleCnt="0"/>
      <dgm:spPr/>
    </dgm:pt>
  </dgm:ptLst>
  <dgm:cxnLst>
    <dgm:cxn modelId="{EE2C5230-41FA-4496-B9D9-70133103EFF9}" srcId="{85CB7B17-FACC-4CB0-8E38-9AF923506696}" destId="{CF9D2A87-8997-4EC2-867B-14E171E68D23}" srcOrd="1" destOrd="0" parTransId="{A2CFC9D3-F799-44C9-B74C-FAF298298A0F}" sibTransId="{33ED29C9-9866-4CA0-9D3A-36C7243C7881}"/>
    <dgm:cxn modelId="{FB6F4344-2949-4338-BF21-C743484F8463}" type="presOf" srcId="{A2CFC9D3-F799-44C9-B74C-FAF298298A0F}" destId="{AF7B8177-D09E-4FA1-9B6C-D530923BC8E9}" srcOrd="0" destOrd="0" presId="urn:microsoft.com/office/officeart/2005/8/layout/hierarchy1"/>
    <dgm:cxn modelId="{29FD626F-BDAF-4B2B-A3DA-E07C07D10E68}" srcId="{85CB7B17-FACC-4CB0-8E38-9AF923506696}" destId="{5674F2E1-65D9-4BBE-9C50-C1B4B11281D0}" srcOrd="0" destOrd="0" parTransId="{17CA9F08-2DFE-4C45-8B10-A449F7B430B1}" sibTransId="{668269F3-53F5-4A61-9694-77B8DCE435F8}"/>
    <dgm:cxn modelId="{BE0E3452-454A-4AA4-AD0C-BF9EA747E847}" type="presOf" srcId="{56B0D53F-3BF7-4C5E-8C22-7BFEB969DC35}" destId="{9F0FD1C6-7295-4091-B30B-390CCBF725C1}" srcOrd="0" destOrd="0" presId="urn:microsoft.com/office/officeart/2005/8/layout/hierarchy1"/>
    <dgm:cxn modelId="{0A1C8055-DAB8-47FD-A1B6-E816BC5477AB}" type="presOf" srcId="{85CB7B17-FACC-4CB0-8E38-9AF923506696}" destId="{A066320A-1C03-4385-A321-00401A6CFFD9}" srcOrd="0" destOrd="0" presId="urn:microsoft.com/office/officeart/2005/8/layout/hierarchy1"/>
    <dgm:cxn modelId="{68AFAE8A-E614-43B3-9E1C-ADFDCD044627}" type="presOf" srcId="{8C455941-CA6F-4699-8488-D2C23A9797A1}" destId="{69F27F2B-8E17-4FFB-856D-53AAD6C469A9}" srcOrd="0" destOrd="0" presId="urn:microsoft.com/office/officeart/2005/8/layout/hierarchy1"/>
    <dgm:cxn modelId="{E9E10B94-6609-47EB-99E8-3303945DEB5A}" type="presOf" srcId="{A080E859-5E30-4A21-9C97-2B629583F8C9}" destId="{1F5DEF8A-7C7F-4353-AAB4-E1D092F51ED4}" srcOrd="0" destOrd="0" presId="urn:microsoft.com/office/officeart/2005/8/layout/hierarchy1"/>
    <dgm:cxn modelId="{6CE299AA-2255-46DE-80B5-25330A29FC3D}" type="presOf" srcId="{FBACE800-3C35-4D70-81A2-05436BABC888}" destId="{72C8A2D2-9A37-411C-B66D-BB2137D8CA8A}" srcOrd="0" destOrd="0" presId="urn:microsoft.com/office/officeart/2005/8/layout/hierarchy1"/>
    <dgm:cxn modelId="{ECFBD9B9-C20C-442B-97BB-8C0994ED8C66}" type="presOf" srcId="{17CA9F08-2DFE-4C45-8B10-A449F7B430B1}" destId="{EE257698-6879-4F9C-A92F-7676C5C266AC}" srcOrd="0" destOrd="0" presId="urn:microsoft.com/office/officeart/2005/8/layout/hierarchy1"/>
    <dgm:cxn modelId="{CF6349C3-95C6-4B09-A033-A70E264721E1}" srcId="{A080E859-5E30-4A21-9C97-2B629583F8C9}" destId="{85CB7B17-FACC-4CB0-8E38-9AF923506696}" srcOrd="0" destOrd="0" parTransId="{8C455941-CA6F-4699-8488-D2C23A9797A1}" sibTransId="{52FF1AE8-1952-46A4-85E1-FDC937C66FA1}"/>
    <dgm:cxn modelId="{24B258CF-C428-4A89-A723-0D0AF09494DF}" type="presOf" srcId="{97CCEA2C-CCE1-4135-A75D-3FB1529A18F3}" destId="{50B010E7-5475-4507-A658-D9389605DEBC}" srcOrd="0" destOrd="0" presId="urn:microsoft.com/office/officeart/2005/8/layout/hierarchy1"/>
    <dgm:cxn modelId="{03C780D3-E9C6-40E3-88C4-AAC03E2672CB}" srcId="{A080E859-5E30-4A21-9C97-2B629583F8C9}" destId="{56B0D53F-3BF7-4C5E-8C22-7BFEB969DC35}" srcOrd="1" destOrd="0" parTransId="{97CCEA2C-CCE1-4135-A75D-3FB1529A18F3}" sibTransId="{BFA9AF04-A1C0-492D-BDA7-72FE1F527AD6}"/>
    <dgm:cxn modelId="{7237B7DD-6EDE-4B22-9F67-834D229C3B27}" type="presOf" srcId="{CF9D2A87-8997-4EC2-867B-14E171E68D23}" destId="{81485FA3-D3D0-4691-8E7E-CD0F523F6479}" srcOrd="0" destOrd="0" presId="urn:microsoft.com/office/officeart/2005/8/layout/hierarchy1"/>
    <dgm:cxn modelId="{9B5370EE-DF44-434C-BC02-2290976B6A7E}" srcId="{FBACE800-3C35-4D70-81A2-05436BABC888}" destId="{A080E859-5E30-4A21-9C97-2B629583F8C9}" srcOrd="0" destOrd="0" parTransId="{14687AE8-DF7D-40A7-A641-7778A2074DBF}" sibTransId="{E8532736-674B-4524-83DA-C113DBF22211}"/>
    <dgm:cxn modelId="{5A29A1F6-BADF-4B7C-9BBD-CB6359BAE890}" type="presOf" srcId="{5674F2E1-65D9-4BBE-9C50-C1B4B11281D0}" destId="{F7794287-61B2-4B43-9BCD-3AAADF3E1FA8}" srcOrd="0" destOrd="0" presId="urn:microsoft.com/office/officeart/2005/8/layout/hierarchy1"/>
    <dgm:cxn modelId="{E71D02F7-9B0D-494D-B963-9CB4A96A2CF4}" type="presParOf" srcId="{72C8A2D2-9A37-411C-B66D-BB2137D8CA8A}" destId="{01CDC24D-C1C5-4055-A880-A405E7F5EB4B}" srcOrd="0" destOrd="0" presId="urn:microsoft.com/office/officeart/2005/8/layout/hierarchy1"/>
    <dgm:cxn modelId="{63FB5886-5940-4B73-8A64-37A58B8A8A30}" type="presParOf" srcId="{01CDC24D-C1C5-4055-A880-A405E7F5EB4B}" destId="{5F580AEF-8644-4859-A543-88BBCA43F236}" srcOrd="0" destOrd="0" presId="urn:microsoft.com/office/officeart/2005/8/layout/hierarchy1"/>
    <dgm:cxn modelId="{A340685B-A3D0-499E-AA6D-0FCBD2211305}" type="presParOf" srcId="{5F580AEF-8644-4859-A543-88BBCA43F236}" destId="{A14545FC-321C-4C18-A353-FF10EFF3F749}" srcOrd="0" destOrd="0" presId="urn:microsoft.com/office/officeart/2005/8/layout/hierarchy1"/>
    <dgm:cxn modelId="{671F3AAA-A970-4DC6-A8AF-56D3FB3219CA}" type="presParOf" srcId="{5F580AEF-8644-4859-A543-88BBCA43F236}" destId="{1F5DEF8A-7C7F-4353-AAB4-E1D092F51ED4}" srcOrd="1" destOrd="0" presId="urn:microsoft.com/office/officeart/2005/8/layout/hierarchy1"/>
    <dgm:cxn modelId="{619F0602-6CD1-428B-B84A-D1999E1B239B}" type="presParOf" srcId="{01CDC24D-C1C5-4055-A880-A405E7F5EB4B}" destId="{637BC790-390C-455C-8524-043E82B348EA}" srcOrd="1" destOrd="0" presId="urn:microsoft.com/office/officeart/2005/8/layout/hierarchy1"/>
    <dgm:cxn modelId="{5B3676C8-35A4-47E1-B105-08AFE3DEE415}" type="presParOf" srcId="{637BC790-390C-455C-8524-043E82B348EA}" destId="{69F27F2B-8E17-4FFB-856D-53AAD6C469A9}" srcOrd="0" destOrd="0" presId="urn:microsoft.com/office/officeart/2005/8/layout/hierarchy1"/>
    <dgm:cxn modelId="{DDDFDC53-5DC0-4578-8C48-CE48D3282605}" type="presParOf" srcId="{637BC790-390C-455C-8524-043E82B348EA}" destId="{EA77408B-6895-42EA-9513-92EC0D8F2325}" srcOrd="1" destOrd="0" presId="urn:microsoft.com/office/officeart/2005/8/layout/hierarchy1"/>
    <dgm:cxn modelId="{8A89F44B-90F1-4DA2-A143-BECBD8A12C92}" type="presParOf" srcId="{EA77408B-6895-42EA-9513-92EC0D8F2325}" destId="{C9BD3AAC-0793-40FB-B442-588C21CFAF9D}" srcOrd="0" destOrd="0" presId="urn:microsoft.com/office/officeart/2005/8/layout/hierarchy1"/>
    <dgm:cxn modelId="{8D932255-1441-4EB8-9FC7-8D190B75794D}" type="presParOf" srcId="{C9BD3AAC-0793-40FB-B442-588C21CFAF9D}" destId="{CEDAC92D-3766-4856-B00A-FF6DB9DCCD04}" srcOrd="0" destOrd="0" presId="urn:microsoft.com/office/officeart/2005/8/layout/hierarchy1"/>
    <dgm:cxn modelId="{6E124B60-6349-476D-BC96-96F0F72A7D3F}" type="presParOf" srcId="{C9BD3AAC-0793-40FB-B442-588C21CFAF9D}" destId="{A066320A-1C03-4385-A321-00401A6CFFD9}" srcOrd="1" destOrd="0" presId="urn:microsoft.com/office/officeart/2005/8/layout/hierarchy1"/>
    <dgm:cxn modelId="{E05FBC5F-9D7F-4C2C-9E84-FD178ECE9386}" type="presParOf" srcId="{EA77408B-6895-42EA-9513-92EC0D8F2325}" destId="{6DF9EED0-73E7-4D2D-A1B8-EC15C23BD496}" srcOrd="1" destOrd="0" presId="urn:microsoft.com/office/officeart/2005/8/layout/hierarchy1"/>
    <dgm:cxn modelId="{A1CC9FE6-44C7-49A1-BA11-2C149BA32F5A}" type="presParOf" srcId="{6DF9EED0-73E7-4D2D-A1B8-EC15C23BD496}" destId="{EE257698-6879-4F9C-A92F-7676C5C266AC}" srcOrd="0" destOrd="0" presId="urn:microsoft.com/office/officeart/2005/8/layout/hierarchy1"/>
    <dgm:cxn modelId="{7C2D3354-07F7-4ECB-BBBD-02626867214F}" type="presParOf" srcId="{6DF9EED0-73E7-4D2D-A1B8-EC15C23BD496}" destId="{91809DDF-0A7C-4732-8A7D-A70C6D91317A}" srcOrd="1" destOrd="0" presId="urn:microsoft.com/office/officeart/2005/8/layout/hierarchy1"/>
    <dgm:cxn modelId="{D2CDF6A5-74BE-48AA-A690-2A26B4F7F111}" type="presParOf" srcId="{91809DDF-0A7C-4732-8A7D-A70C6D91317A}" destId="{2D18F07C-FBA6-4470-8030-9A8DDD35607D}" srcOrd="0" destOrd="0" presId="urn:microsoft.com/office/officeart/2005/8/layout/hierarchy1"/>
    <dgm:cxn modelId="{DF86E447-6DB4-4C6E-8C23-556F1314B1E0}" type="presParOf" srcId="{2D18F07C-FBA6-4470-8030-9A8DDD35607D}" destId="{CCF96A41-6860-4E08-B9E0-EB0A3AF7762C}" srcOrd="0" destOrd="0" presId="urn:microsoft.com/office/officeart/2005/8/layout/hierarchy1"/>
    <dgm:cxn modelId="{ED974FD5-4FB2-4F0D-9D9A-F4A79C24827A}" type="presParOf" srcId="{2D18F07C-FBA6-4470-8030-9A8DDD35607D}" destId="{F7794287-61B2-4B43-9BCD-3AAADF3E1FA8}" srcOrd="1" destOrd="0" presId="urn:microsoft.com/office/officeart/2005/8/layout/hierarchy1"/>
    <dgm:cxn modelId="{6AB4C0FF-FA2E-4E83-A2C1-C1CD48BF90A2}" type="presParOf" srcId="{91809DDF-0A7C-4732-8A7D-A70C6D91317A}" destId="{0F532930-D1C0-46D8-8BAC-6483F79E96CE}" srcOrd="1" destOrd="0" presId="urn:microsoft.com/office/officeart/2005/8/layout/hierarchy1"/>
    <dgm:cxn modelId="{8CF96127-53CD-4250-9AD3-C79CEBF77146}" type="presParOf" srcId="{6DF9EED0-73E7-4D2D-A1B8-EC15C23BD496}" destId="{AF7B8177-D09E-4FA1-9B6C-D530923BC8E9}" srcOrd="2" destOrd="0" presId="urn:microsoft.com/office/officeart/2005/8/layout/hierarchy1"/>
    <dgm:cxn modelId="{FA82F487-A546-4BC0-AF18-4F5AA7D48F46}" type="presParOf" srcId="{6DF9EED0-73E7-4D2D-A1B8-EC15C23BD496}" destId="{21C69883-BFDD-4F23-8BE9-202FBF996AA6}" srcOrd="3" destOrd="0" presId="urn:microsoft.com/office/officeart/2005/8/layout/hierarchy1"/>
    <dgm:cxn modelId="{53BA1EA4-A5DB-43FC-947D-783048B67B75}" type="presParOf" srcId="{21C69883-BFDD-4F23-8BE9-202FBF996AA6}" destId="{A1BEB408-DBCF-48AB-A636-516ECC0594B3}" srcOrd="0" destOrd="0" presId="urn:microsoft.com/office/officeart/2005/8/layout/hierarchy1"/>
    <dgm:cxn modelId="{0CEEED99-547B-4818-98C6-DA7D5852FA4A}" type="presParOf" srcId="{A1BEB408-DBCF-48AB-A636-516ECC0594B3}" destId="{6D81B74B-3F5D-4C62-B564-23CE685B89EC}" srcOrd="0" destOrd="0" presId="urn:microsoft.com/office/officeart/2005/8/layout/hierarchy1"/>
    <dgm:cxn modelId="{991305FC-B1D0-4795-A583-B22D10CE72AD}" type="presParOf" srcId="{A1BEB408-DBCF-48AB-A636-516ECC0594B3}" destId="{81485FA3-D3D0-4691-8E7E-CD0F523F6479}" srcOrd="1" destOrd="0" presId="urn:microsoft.com/office/officeart/2005/8/layout/hierarchy1"/>
    <dgm:cxn modelId="{B0C3EEC2-D742-4CC1-A81C-D56453500EDB}" type="presParOf" srcId="{21C69883-BFDD-4F23-8BE9-202FBF996AA6}" destId="{2866F014-71F3-42E2-9327-15AD89DE96D5}" srcOrd="1" destOrd="0" presId="urn:microsoft.com/office/officeart/2005/8/layout/hierarchy1"/>
    <dgm:cxn modelId="{CFBD1769-53A9-43DA-A32E-C95A983F5457}" type="presParOf" srcId="{637BC790-390C-455C-8524-043E82B348EA}" destId="{50B010E7-5475-4507-A658-D9389605DEBC}" srcOrd="2" destOrd="0" presId="urn:microsoft.com/office/officeart/2005/8/layout/hierarchy1"/>
    <dgm:cxn modelId="{76DFCC67-5278-41EA-9437-2D2D07E7A7E1}" type="presParOf" srcId="{637BC790-390C-455C-8524-043E82B348EA}" destId="{E3CAF120-8452-426E-9007-4840D571539A}" srcOrd="3" destOrd="0" presId="urn:microsoft.com/office/officeart/2005/8/layout/hierarchy1"/>
    <dgm:cxn modelId="{D34849DE-DB26-4117-82DE-8B936967FD99}" type="presParOf" srcId="{E3CAF120-8452-426E-9007-4840D571539A}" destId="{DD11FA57-0879-4654-9F77-BD8F1BA3AB49}" srcOrd="0" destOrd="0" presId="urn:microsoft.com/office/officeart/2005/8/layout/hierarchy1"/>
    <dgm:cxn modelId="{BFCEA22A-F622-45C4-8FB3-59ECE63296F9}" type="presParOf" srcId="{DD11FA57-0879-4654-9F77-BD8F1BA3AB49}" destId="{DF814608-84B4-4C42-932D-FBF141B4866D}" srcOrd="0" destOrd="0" presId="urn:microsoft.com/office/officeart/2005/8/layout/hierarchy1"/>
    <dgm:cxn modelId="{10BD2646-F7E2-4315-8BDB-DAF8B4F734AF}" type="presParOf" srcId="{DD11FA57-0879-4654-9F77-BD8F1BA3AB49}" destId="{9F0FD1C6-7295-4091-B30B-390CCBF725C1}" srcOrd="1" destOrd="0" presId="urn:microsoft.com/office/officeart/2005/8/layout/hierarchy1"/>
    <dgm:cxn modelId="{CB539DD7-AC0A-4776-96A9-C8033215E532}" type="presParOf" srcId="{E3CAF120-8452-426E-9007-4840D571539A}" destId="{3E224DD7-22C5-4002-97E6-A50D4CB08E3D}"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main"/>
    </a:ext>
  </dgm:extLst>
</dgm:dataModel>
</file>

<file path=ppt/diagrams/data5.xml><?xml version="1.0" encoding="utf-8"?>
<dgm:dataModel xmlns:dgm="http://schemas.openxmlformats.org/drawingml/2006/diagram" xmlns:a="http://schemas.openxmlformats.org/drawingml/2006/main">
  <dgm:ptLst>
    <dgm:pt modelId="{1366B55D-CD01-3A49-AC64-2CA5BD0D0BAC}" type="doc">
      <dgm:prSet loTypeId="urn:microsoft.com/office/officeart/2005/8/layout/chevron1" loCatId="" qsTypeId="urn:microsoft.com/office/officeart/2005/8/quickstyle/3d1" qsCatId="3D" csTypeId="urn:microsoft.com/office/officeart/2005/8/colors/colorful1" csCatId="colorful" phldr="1"/>
      <dgm:spPr/>
      <dgm:t>
        <a:bodyPr/>
        <a:lstStyle/>
        <a:p>
          <a:endParaRPr lang="en-US"/>
        </a:p>
      </dgm:t>
    </dgm:pt>
    <dgm:pt modelId="{A49681ED-5F63-0545-9902-83BA6BD131BF}" type="parTrans" cxnId="{793C64C3-3ED7-4EDF-9042-60D5767DF921}">
      <dgm:prSet/>
      <dgm:spPr/>
      <dgm:t>
        <a:bodyPr/>
        <a:lstStyle/>
        <a:p>
          <a:endParaRPr lang="en-US"/>
        </a:p>
      </dgm:t>
    </dgm:pt>
    <dgm:pt modelId="{86FB21F6-DC6E-454D-A17E-9BC29A8997DE}">
      <dgm:prSet phldrT="[Text]"/>
      <dgm:spPr/>
      <dgm:t>
        <a:bodyPr/>
        <a:lstStyle/>
        <a:p>
          <a:r>
            <a:rPr lang="en-US" dirty="0">
              <a:solidFill>
                <a:schemeClr val="tx1"/>
              </a:solidFill>
            </a:rPr>
            <a:t>Project</a:t>
          </a:r>
          <a:r>
            <a:rPr lang="en-US" dirty="0"/>
            <a:t> </a:t>
          </a:r>
          <a:r>
            <a:rPr lang="en-US" dirty="0">
              <a:solidFill>
                <a:schemeClr val="tx1"/>
              </a:solidFill>
            </a:rPr>
            <a:t>Initiation</a:t>
          </a:r>
        </a:p>
      </dgm:t>
    </dgm:pt>
    <dgm:pt modelId="{A01760AB-0625-5E40-846D-30882161E431}" type="sibTrans" cxnId="{793C64C3-3ED7-4EDF-9042-60D5767DF921}">
      <dgm:prSet/>
      <dgm:spPr/>
      <dgm:t>
        <a:bodyPr/>
        <a:lstStyle/>
        <a:p>
          <a:endParaRPr lang="en-US"/>
        </a:p>
      </dgm:t>
    </dgm:pt>
    <dgm:pt modelId="{2EC17922-3DE5-F54A-9AC9-7F10D780402B}" type="parTrans" cxnId="{D16938E8-D21F-42DB-BAE6-E437EAB8CFFF}">
      <dgm:prSet/>
      <dgm:spPr/>
      <dgm:t>
        <a:bodyPr/>
        <a:lstStyle/>
        <a:p>
          <a:endParaRPr lang="en-US"/>
        </a:p>
      </dgm:t>
    </dgm:pt>
    <dgm:pt modelId="{D4001309-E5ED-FC40-AB73-E30A77A18D3A}">
      <dgm:prSet phldrT="[Text]"/>
      <dgm:spPr/>
      <dgm:t>
        <a:bodyPr/>
        <a:lstStyle/>
        <a:p>
          <a:r>
            <a:rPr lang="en-US" dirty="0">
              <a:solidFill>
                <a:schemeClr val="tx1"/>
              </a:solidFill>
            </a:rPr>
            <a:t>Planning Phase</a:t>
          </a:r>
        </a:p>
      </dgm:t>
    </dgm:pt>
    <dgm:pt modelId="{4A06B770-1422-B242-A12E-43B8EC51EA75}" type="sibTrans" cxnId="{D16938E8-D21F-42DB-BAE6-E437EAB8CFFF}">
      <dgm:prSet/>
      <dgm:spPr/>
      <dgm:t>
        <a:bodyPr/>
        <a:lstStyle/>
        <a:p>
          <a:endParaRPr lang="en-US"/>
        </a:p>
      </dgm:t>
    </dgm:pt>
    <dgm:pt modelId="{786F5B65-717D-E641-8012-F3482A9D700E}" type="parTrans" cxnId="{51380A84-5E38-4F7D-BBE6-E77AD121FABC}">
      <dgm:prSet/>
      <dgm:spPr/>
      <dgm:t>
        <a:bodyPr/>
        <a:lstStyle/>
        <a:p>
          <a:endParaRPr lang="en-US"/>
        </a:p>
      </dgm:t>
    </dgm:pt>
    <dgm:pt modelId="{A7738C4A-5C3E-F947-82BE-2ADE932035C2}">
      <dgm:prSet phldrT="[Text]"/>
      <dgm:spPr/>
      <dgm:t>
        <a:bodyPr/>
        <a:lstStyle/>
        <a:p>
          <a:r>
            <a:rPr lang="en-US" dirty="0">
              <a:solidFill>
                <a:schemeClr val="tx1"/>
              </a:solidFill>
            </a:rPr>
            <a:t>Application Design</a:t>
          </a:r>
        </a:p>
      </dgm:t>
    </dgm:pt>
    <dgm:pt modelId="{DCEB2851-0E36-524C-AA9A-381D9821F378}" type="sibTrans" cxnId="{51380A84-5E38-4F7D-BBE6-E77AD121FABC}">
      <dgm:prSet/>
      <dgm:spPr/>
      <dgm:t>
        <a:bodyPr/>
        <a:lstStyle/>
        <a:p>
          <a:endParaRPr lang="en-US"/>
        </a:p>
      </dgm:t>
    </dgm:pt>
    <dgm:pt modelId="{6E2E6BD1-D2C5-5A46-A5A6-3CFD9F16CFA8}" type="parTrans" cxnId="{D97167A2-BB7A-49C6-A288-E50FDC5CFD82}">
      <dgm:prSet/>
      <dgm:spPr/>
      <dgm:t>
        <a:bodyPr/>
        <a:lstStyle/>
        <a:p>
          <a:endParaRPr lang="en-US"/>
        </a:p>
      </dgm:t>
    </dgm:pt>
    <dgm:pt modelId="{E237CF73-87B4-B845-841F-69FA031DBD3D}">
      <dgm:prSet/>
      <dgm:spPr/>
      <dgm:t>
        <a:bodyPr/>
        <a:lstStyle/>
        <a:p>
          <a:r>
            <a:rPr lang="en-US" dirty="0">
              <a:solidFill>
                <a:schemeClr val="tx1"/>
              </a:solidFill>
            </a:rPr>
            <a:t>Application Development</a:t>
          </a:r>
        </a:p>
      </dgm:t>
    </dgm:pt>
    <dgm:pt modelId="{AF87F8E3-8AC4-794D-BCC6-0B2E5D800124}" type="sibTrans" cxnId="{D97167A2-BB7A-49C6-A288-E50FDC5CFD82}">
      <dgm:prSet/>
      <dgm:spPr/>
      <dgm:t>
        <a:bodyPr/>
        <a:lstStyle/>
        <a:p>
          <a:endParaRPr lang="en-US"/>
        </a:p>
      </dgm:t>
    </dgm:pt>
    <dgm:pt modelId="{5E4577A6-A447-3E45-B38F-A2769F843BCF}" type="parTrans" cxnId="{53057AA8-BCEE-4013-853D-9A3376BEDB15}">
      <dgm:prSet/>
      <dgm:spPr/>
      <dgm:t>
        <a:bodyPr/>
        <a:lstStyle/>
        <a:p>
          <a:endParaRPr lang="en-US"/>
        </a:p>
      </dgm:t>
    </dgm:pt>
    <dgm:pt modelId="{F5DB8CC2-373E-C746-ADCA-DCE67B042E9B}">
      <dgm:prSet/>
      <dgm:spPr/>
      <dgm:t>
        <a:bodyPr/>
        <a:lstStyle/>
        <a:p>
          <a:r>
            <a:rPr lang="en-US" dirty="0">
              <a:solidFill>
                <a:schemeClr val="tx1"/>
              </a:solidFill>
            </a:rPr>
            <a:t>Application Testing</a:t>
          </a:r>
        </a:p>
      </dgm:t>
    </dgm:pt>
    <dgm:pt modelId="{B2F1842D-F4AD-5F42-BCDC-C9D72B7D6CE6}" type="sibTrans" cxnId="{53057AA8-BCEE-4013-853D-9A3376BEDB15}">
      <dgm:prSet/>
      <dgm:spPr/>
      <dgm:t>
        <a:bodyPr/>
        <a:lstStyle/>
        <a:p>
          <a:endParaRPr lang="en-US"/>
        </a:p>
      </dgm:t>
    </dgm:pt>
    <dgm:pt modelId="{73A94FA5-6A3A-6D4E-A91F-8DA98D79CDC1}" type="parTrans" cxnId="{3C9E3AEF-EBBF-4EE7-890F-EFA316FE9A56}">
      <dgm:prSet/>
      <dgm:spPr/>
      <dgm:t>
        <a:bodyPr/>
        <a:lstStyle/>
        <a:p>
          <a:endParaRPr lang="en-US"/>
        </a:p>
      </dgm:t>
    </dgm:pt>
    <dgm:pt modelId="{3B75CDD7-AA0E-2C48-B3D5-E10D99DDF433}">
      <dgm:prSet/>
      <dgm:spPr/>
      <dgm:t>
        <a:bodyPr/>
        <a:lstStyle/>
        <a:p>
          <a:r>
            <a:rPr lang="en-US" dirty="0">
              <a:solidFill>
                <a:schemeClr val="tx1"/>
              </a:solidFill>
            </a:rPr>
            <a:t>Monitoring and Evaluating </a:t>
          </a:r>
        </a:p>
      </dgm:t>
    </dgm:pt>
    <dgm:pt modelId="{106E2645-B5A3-1143-BADA-884E6C05F45B}" type="sibTrans" cxnId="{3C9E3AEF-EBBF-4EE7-890F-EFA316FE9A56}">
      <dgm:prSet/>
      <dgm:spPr/>
      <dgm:t>
        <a:bodyPr/>
        <a:lstStyle/>
        <a:p>
          <a:endParaRPr lang="en-US"/>
        </a:p>
      </dgm:t>
    </dgm:pt>
    <dgm:pt modelId="{E85912E9-F507-4141-9F47-AA9B9AB1E38A}" type="parTrans" cxnId="{E802D4FC-C5EE-4029-81A4-1983996D57F6}">
      <dgm:prSet/>
      <dgm:spPr/>
      <dgm:t>
        <a:bodyPr/>
        <a:lstStyle/>
        <a:p>
          <a:endParaRPr lang="en-US"/>
        </a:p>
      </dgm:t>
    </dgm:pt>
    <dgm:pt modelId="{EC6F3598-21A1-CE49-9AF9-678E319CA67A}">
      <dgm:prSet/>
      <dgm:spPr/>
      <dgm:t>
        <a:bodyPr/>
        <a:lstStyle/>
        <a:p>
          <a:r>
            <a:rPr lang="en-US" dirty="0">
              <a:solidFill>
                <a:schemeClr val="tx1"/>
              </a:solidFill>
            </a:rPr>
            <a:t>Project Closure</a:t>
          </a:r>
        </a:p>
      </dgm:t>
    </dgm:pt>
    <dgm:pt modelId="{D9AEF9A4-02D1-704E-88BA-3D2628D7C6F0}" type="sibTrans" cxnId="{E802D4FC-C5EE-4029-81A4-1983996D57F6}">
      <dgm:prSet/>
      <dgm:spPr/>
      <dgm:t>
        <a:bodyPr/>
        <a:lstStyle/>
        <a:p>
          <a:endParaRPr lang="en-US"/>
        </a:p>
      </dgm:t>
    </dgm:pt>
    <dgm:pt modelId="{F2285F84-121A-BA42-AA14-DDA306F5BE56}" type="pres">
      <dgm:prSet presAssocID="{1366B55D-CD01-3A49-AC64-2CA5BD0D0BAC}" presName="Name0" presStyleCnt="0">
        <dgm:presLayoutVars>
          <dgm:dir/>
          <dgm:animLvl val="lvl"/>
          <dgm:resizeHandles val="exact"/>
        </dgm:presLayoutVars>
      </dgm:prSet>
      <dgm:spPr/>
    </dgm:pt>
    <dgm:pt modelId="{DD4811B5-934A-F341-A95C-93D8EDDD4FB9}" type="pres">
      <dgm:prSet presAssocID="{86FB21F6-DC6E-454D-A17E-9BC29A8997DE}" presName="parTxOnly" presStyleLbl="node1" presStyleIdx="0" presStyleCnt="7" custLinFactNeighborX="19636" custLinFactNeighborY="4424">
        <dgm:presLayoutVars>
          <dgm:chMax val="0"/>
          <dgm:chPref val="0"/>
          <dgm:bulletEnabled val="1"/>
        </dgm:presLayoutVars>
      </dgm:prSet>
      <dgm:spPr/>
    </dgm:pt>
    <dgm:pt modelId="{3EF2BC87-1BAA-3143-9627-5A10FDAC1C4F}" type="pres">
      <dgm:prSet presAssocID="{A01760AB-0625-5E40-846D-30882161E431}" presName="parTxOnlySpace" presStyleCnt="0"/>
      <dgm:spPr/>
    </dgm:pt>
    <dgm:pt modelId="{507F45F4-A647-3A4D-B378-709446C58C19}" type="pres">
      <dgm:prSet presAssocID="{D4001309-E5ED-FC40-AB73-E30A77A18D3A}" presName="parTxOnly" presStyleLbl="node1" presStyleIdx="1" presStyleCnt="7">
        <dgm:presLayoutVars>
          <dgm:chMax val="0"/>
          <dgm:chPref val="0"/>
          <dgm:bulletEnabled val="1"/>
        </dgm:presLayoutVars>
      </dgm:prSet>
      <dgm:spPr/>
    </dgm:pt>
    <dgm:pt modelId="{B25FA77A-9828-7F42-B865-9A127D9D0AC0}" type="pres">
      <dgm:prSet presAssocID="{4A06B770-1422-B242-A12E-43B8EC51EA75}" presName="parTxOnlySpace" presStyleCnt="0"/>
      <dgm:spPr/>
    </dgm:pt>
    <dgm:pt modelId="{E526D684-38D4-4641-9DB3-47475C8DE599}" type="pres">
      <dgm:prSet presAssocID="{A7738C4A-5C3E-F947-82BE-2ADE932035C2}" presName="parTxOnly" presStyleLbl="node1" presStyleIdx="2" presStyleCnt="7">
        <dgm:presLayoutVars>
          <dgm:chMax val="0"/>
          <dgm:chPref val="0"/>
          <dgm:bulletEnabled val="1"/>
        </dgm:presLayoutVars>
      </dgm:prSet>
      <dgm:spPr/>
    </dgm:pt>
    <dgm:pt modelId="{4A6CAA49-1AFD-8149-B204-A952E89E9177}" type="pres">
      <dgm:prSet presAssocID="{DCEB2851-0E36-524C-AA9A-381D9821F378}" presName="parTxOnlySpace" presStyleCnt="0"/>
      <dgm:spPr/>
    </dgm:pt>
    <dgm:pt modelId="{94834544-1115-F446-81FA-7719A60F58BB}" type="pres">
      <dgm:prSet presAssocID="{E237CF73-87B4-B845-841F-69FA031DBD3D}" presName="parTxOnly" presStyleLbl="node1" presStyleIdx="3" presStyleCnt="7">
        <dgm:presLayoutVars>
          <dgm:chMax val="0"/>
          <dgm:chPref val="0"/>
          <dgm:bulletEnabled val="1"/>
        </dgm:presLayoutVars>
      </dgm:prSet>
      <dgm:spPr/>
    </dgm:pt>
    <dgm:pt modelId="{ACB2787A-895A-B945-A29D-D55183730E72}" type="pres">
      <dgm:prSet presAssocID="{AF87F8E3-8AC4-794D-BCC6-0B2E5D800124}" presName="parTxOnlySpace" presStyleCnt="0"/>
      <dgm:spPr/>
    </dgm:pt>
    <dgm:pt modelId="{44E52BB1-8B5B-8A41-B13C-E03964EE0F46}" type="pres">
      <dgm:prSet presAssocID="{F5DB8CC2-373E-C746-ADCA-DCE67B042E9B}" presName="parTxOnly" presStyleLbl="node1" presStyleIdx="4" presStyleCnt="7">
        <dgm:presLayoutVars>
          <dgm:chMax val="0"/>
          <dgm:chPref val="0"/>
          <dgm:bulletEnabled val="1"/>
        </dgm:presLayoutVars>
      </dgm:prSet>
      <dgm:spPr/>
    </dgm:pt>
    <dgm:pt modelId="{1EA9B3EB-D532-0944-A289-625E9215DB03}" type="pres">
      <dgm:prSet presAssocID="{B2F1842D-F4AD-5F42-BCDC-C9D72B7D6CE6}" presName="parTxOnlySpace" presStyleCnt="0"/>
      <dgm:spPr/>
    </dgm:pt>
    <dgm:pt modelId="{B2EC301E-6313-0741-AD39-31E58DD26C1A}" type="pres">
      <dgm:prSet presAssocID="{3B75CDD7-AA0E-2C48-B3D5-E10D99DDF433}" presName="parTxOnly" presStyleLbl="node1" presStyleIdx="5" presStyleCnt="7">
        <dgm:presLayoutVars>
          <dgm:chMax val="0"/>
          <dgm:chPref val="0"/>
          <dgm:bulletEnabled val="1"/>
        </dgm:presLayoutVars>
      </dgm:prSet>
      <dgm:spPr/>
    </dgm:pt>
    <dgm:pt modelId="{2F435E59-5506-7B48-B188-A0CA1F60A07C}" type="pres">
      <dgm:prSet presAssocID="{106E2645-B5A3-1143-BADA-884E6C05F45B}" presName="parTxOnlySpace" presStyleCnt="0"/>
      <dgm:spPr/>
    </dgm:pt>
    <dgm:pt modelId="{A7CD2F5F-BAD7-AE4D-AC17-5F58DDF4569F}" type="pres">
      <dgm:prSet presAssocID="{EC6F3598-21A1-CE49-9AF9-678E319CA67A}" presName="parTxOnly" presStyleLbl="node1" presStyleIdx="6" presStyleCnt="7">
        <dgm:presLayoutVars>
          <dgm:chMax val="0"/>
          <dgm:chPref val="0"/>
          <dgm:bulletEnabled val="1"/>
        </dgm:presLayoutVars>
      </dgm:prSet>
      <dgm:spPr/>
    </dgm:pt>
  </dgm:ptLst>
  <dgm:cxnLst>
    <dgm:cxn modelId="{FF612909-1D1A-4493-9DF5-BC27C5D1B945}" type="presOf" srcId="{A7738C4A-5C3E-F947-82BE-2ADE932035C2}" destId="{E526D684-38D4-4641-9DB3-47475C8DE599}" srcOrd="0" destOrd="0" presId="urn:microsoft.com/office/officeart/2005/8/layout/chevron1"/>
    <dgm:cxn modelId="{B322677F-F47E-4E58-9F75-8723360C2BA9}" type="presOf" srcId="{EC6F3598-21A1-CE49-9AF9-678E319CA67A}" destId="{A7CD2F5F-BAD7-AE4D-AC17-5F58DDF4569F}" srcOrd="0" destOrd="0" presId="urn:microsoft.com/office/officeart/2005/8/layout/chevron1"/>
    <dgm:cxn modelId="{51380A84-5E38-4F7D-BBE6-E77AD121FABC}" srcId="{1366B55D-CD01-3A49-AC64-2CA5BD0D0BAC}" destId="{A7738C4A-5C3E-F947-82BE-2ADE932035C2}" srcOrd="2" destOrd="0" parTransId="{786F5B65-717D-E641-8012-F3482A9D700E}" sibTransId="{DCEB2851-0E36-524C-AA9A-381D9821F378}"/>
    <dgm:cxn modelId="{125DB992-9746-4CAC-9FF4-72500873A92D}" type="presOf" srcId="{D4001309-E5ED-FC40-AB73-E30A77A18D3A}" destId="{507F45F4-A647-3A4D-B378-709446C58C19}" srcOrd="0" destOrd="0" presId="urn:microsoft.com/office/officeart/2005/8/layout/chevron1"/>
    <dgm:cxn modelId="{D97167A2-BB7A-49C6-A288-E50FDC5CFD82}" srcId="{1366B55D-CD01-3A49-AC64-2CA5BD0D0BAC}" destId="{E237CF73-87B4-B845-841F-69FA031DBD3D}" srcOrd="3" destOrd="0" parTransId="{6E2E6BD1-D2C5-5A46-A5A6-3CFD9F16CFA8}" sibTransId="{AF87F8E3-8AC4-794D-BCC6-0B2E5D800124}"/>
    <dgm:cxn modelId="{53057AA8-BCEE-4013-853D-9A3376BEDB15}" srcId="{1366B55D-CD01-3A49-AC64-2CA5BD0D0BAC}" destId="{F5DB8CC2-373E-C746-ADCA-DCE67B042E9B}" srcOrd="4" destOrd="0" parTransId="{5E4577A6-A447-3E45-B38F-A2769F843BCF}" sibTransId="{B2F1842D-F4AD-5F42-BCDC-C9D72B7D6CE6}"/>
    <dgm:cxn modelId="{FBBD05AC-7322-470E-8650-6AD982C1D651}" type="presOf" srcId="{3B75CDD7-AA0E-2C48-B3D5-E10D99DDF433}" destId="{B2EC301E-6313-0741-AD39-31E58DD26C1A}" srcOrd="0" destOrd="0" presId="urn:microsoft.com/office/officeart/2005/8/layout/chevron1"/>
    <dgm:cxn modelId="{46B1BAB5-5F08-4E41-9A31-5012E3EADED3}" type="presOf" srcId="{1366B55D-CD01-3A49-AC64-2CA5BD0D0BAC}" destId="{F2285F84-121A-BA42-AA14-DDA306F5BE56}" srcOrd="0" destOrd="0" presId="urn:microsoft.com/office/officeart/2005/8/layout/chevron1"/>
    <dgm:cxn modelId="{793C64C3-3ED7-4EDF-9042-60D5767DF921}" srcId="{1366B55D-CD01-3A49-AC64-2CA5BD0D0BAC}" destId="{86FB21F6-DC6E-454D-A17E-9BC29A8997DE}" srcOrd="0" destOrd="0" parTransId="{A49681ED-5F63-0545-9902-83BA6BD131BF}" sibTransId="{A01760AB-0625-5E40-846D-30882161E431}"/>
    <dgm:cxn modelId="{3B9931DF-0B41-4CAA-9C04-9D46DB193B9B}" type="presOf" srcId="{86FB21F6-DC6E-454D-A17E-9BC29A8997DE}" destId="{DD4811B5-934A-F341-A95C-93D8EDDD4FB9}" srcOrd="0" destOrd="0" presId="urn:microsoft.com/office/officeart/2005/8/layout/chevron1"/>
    <dgm:cxn modelId="{64930BE8-EA90-4386-981E-0497236E58B3}" type="presOf" srcId="{F5DB8CC2-373E-C746-ADCA-DCE67B042E9B}" destId="{44E52BB1-8B5B-8A41-B13C-E03964EE0F46}" srcOrd="0" destOrd="0" presId="urn:microsoft.com/office/officeart/2005/8/layout/chevron1"/>
    <dgm:cxn modelId="{D16938E8-D21F-42DB-BAE6-E437EAB8CFFF}" srcId="{1366B55D-CD01-3A49-AC64-2CA5BD0D0BAC}" destId="{D4001309-E5ED-FC40-AB73-E30A77A18D3A}" srcOrd="1" destOrd="0" parTransId="{2EC17922-3DE5-F54A-9AC9-7F10D780402B}" sibTransId="{4A06B770-1422-B242-A12E-43B8EC51EA75}"/>
    <dgm:cxn modelId="{3C9E3AEF-EBBF-4EE7-890F-EFA316FE9A56}" srcId="{1366B55D-CD01-3A49-AC64-2CA5BD0D0BAC}" destId="{3B75CDD7-AA0E-2C48-B3D5-E10D99DDF433}" srcOrd="5" destOrd="0" parTransId="{73A94FA5-6A3A-6D4E-A91F-8DA98D79CDC1}" sibTransId="{106E2645-B5A3-1143-BADA-884E6C05F45B}"/>
    <dgm:cxn modelId="{E802D4FC-C5EE-4029-81A4-1983996D57F6}" srcId="{1366B55D-CD01-3A49-AC64-2CA5BD0D0BAC}" destId="{EC6F3598-21A1-CE49-9AF9-678E319CA67A}" srcOrd="6" destOrd="0" parTransId="{E85912E9-F507-4141-9F47-AA9B9AB1E38A}" sibTransId="{D9AEF9A4-02D1-704E-88BA-3D2628D7C6F0}"/>
    <dgm:cxn modelId="{3E1D22FF-041B-49BC-8DC8-CE48B0CECB2D}" type="presOf" srcId="{E237CF73-87B4-B845-841F-69FA031DBD3D}" destId="{94834544-1115-F446-81FA-7719A60F58BB}" srcOrd="0" destOrd="0" presId="urn:microsoft.com/office/officeart/2005/8/layout/chevron1"/>
    <dgm:cxn modelId="{A977D8AC-4054-4E66-8AD6-DA02E406D3C0}" type="presParOf" srcId="{F2285F84-121A-BA42-AA14-DDA306F5BE56}" destId="{DD4811B5-934A-F341-A95C-93D8EDDD4FB9}" srcOrd="0" destOrd="0" presId="urn:microsoft.com/office/officeart/2005/8/layout/chevron1"/>
    <dgm:cxn modelId="{43632004-3E80-4725-AAB5-30D7686906E3}" type="presParOf" srcId="{F2285F84-121A-BA42-AA14-DDA306F5BE56}" destId="{3EF2BC87-1BAA-3143-9627-5A10FDAC1C4F}" srcOrd="1" destOrd="0" presId="urn:microsoft.com/office/officeart/2005/8/layout/chevron1"/>
    <dgm:cxn modelId="{EB400923-458E-4DB3-8B91-A17B1DB04F2B}" type="presParOf" srcId="{F2285F84-121A-BA42-AA14-DDA306F5BE56}" destId="{507F45F4-A647-3A4D-B378-709446C58C19}" srcOrd="2" destOrd="0" presId="urn:microsoft.com/office/officeart/2005/8/layout/chevron1"/>
    <dgm:cxn modelId="{F1A72926-8D30-4AC2-805A-79F161B31736}" type="presParOf" srcId="{F2285F84-121A-BA42-AA14-DDA306F5BE56}" destId="{B25FA77A-9828-7F42-B865-9A127D9D0AC0}" srcOrd="3" destOrd="0" presId="urn:microsoft.com/office/officeart/2005/8/layout/chevron1"/>
    <dgm:cxn modelId="{0B33B05C-6F93-4104-BB1B-725E8E3441AA}" type="presParOf" srcId="{F2285F84-121A-BA42-AA14-DDA306F5BE56}" destId="{E526D684-38D4-4641-9DB3-47475C8DE599}" srcOrd="4" destOrd="0" presId="urn:microsoft.com/office/officeart/2005/8/layout/chevron1"/>
    <dgm:cxn modelId="{10C53CD7-4862-48A1-A76B-174BD8ECCD34}" type="presParOf" srcId="{F2285F84-121A-BA42-AA14-DDA306F5BE56}" destId="{4A6CAA49-1AFD-8149-B204-A952E89E9177}" srcOrd="5" destOrd="0" presId="urn:microsoft.com/office/officeart/2005/8/layout/chevron1"/>
    <dgm:cxn modelId="{BA3FA877-CFDE-4655-9086-87B0FF025EDD}" type="presParOf" srcId="{F2285F84-121A-BA42-AA14-DDA306F5BE56}" destId="{94834544-1115-F446-81FA-7719A60F58BB}" srcOrd="6" destOrd="0" presId="urn:microsoft.com/office/officeart/2005/8/layout/chevron1"/>
    <dgm:cxn modelId="{0001CAB7-B717-4A83-92F8-7E6CF1BD0399}" type="presParOf" srcId="{F2285F84-121A-BA42-AA14-DDA306F5BE56}" destId="{ACB2787A-895A-B945-A29D-D55183730E72}" srcOrd="7" destOrd="0" presId="urn:microsoft.com/office/officeart/2005/8/layout/chevron1"/>
    <dgm:cxn modelId="{150C9D6A-B598-4A71-9725-6404518E4D54}" type="presParOf" srcId="{F2285F84-121A-BA42-AA14-DDA306F5BE56}" destId="{44E52BB1-8B5B-8A41-B13C-E03964EE0F46}" srcOrd="8" destOrd="0" presId="urn:microsoft.com/office/officeart/2005/8/layout/chevron1"/>
    <dgm:cxn modelId="{DC013F6D-E0A8-4115-B34E-5B965B3137D7}" type="presParOf" srcId="{F2285F84-121A-BA42-AA14-DDA306F5BE56}" destId="{1EA9B3EB-D532-0944-A289-625E9215DB03}" srcOrd="9" destOrd="0" presId="urn:microsoft.com/office/officeart/2005/8/layout/chevron1"/>
    <dgm:cxn modelId="{B9AF9D6E-8AF6-440A-B894-6055966B136E}" type="presParOf" srcId="{F2285F84-121A-BA42-AA14-DDA306F5BE56}" destId="{B2EC301E-6313-0741-AD39-31E58DD26C1A}" srcOrd="10" destOrd="0" presId="urn:microsoft.com/office/officeart/2005/8/layout/chevron1"/>
    <dgm:cxn modelId="{3697915E-850F-4FE1-85C3-8BAD9F1BD4AB}" type="presParOf" srcId="{F2285F84-121A-BA42-AA14-DDA306F5BE56}" destId="{2F435E59-5506-7B48-B188-A0CA1F60A07C}" srcOrd="11" destOrd="0" presId="urn:microsoft.com/office/officeart/2005/8/layout/chevron1"/>
    <dgm:cxn modelId="{DC3F5234-E128-4361-8E9C-C541E580DD79}" type="presParOf" srcId="{F2285F84-121A-BA42-AA14-DDA306F5BE56}" destId="{A7CD2F5F-BAD7-AE4D-AC17-5F58DDF4569F}" srcOrd="12"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main"/>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9EBE53-DC68-4821-8E7A-B59440165752}">
      <dsp:nvSpPr>
        <dsp:cNvPr id="0" name=""/>
        <dsp:cNvSpPr/>
      </dsp:nvSpPr>
      <dsp:spPr>
        <a:xfrm rot="10800000">
          <a:off x="392535" y="272517"/>
          <a:ext cx="10831766" cy="823819"/>
        </a:xfrm>
        <a:prstGeom prst="homePlate">
          <a:avLst/>
        </a:prstGeom>
        <a:solidFill>
          <a:schemeClr val="accent4">
            <a:lumMod val="60000"/>
            <a:lumOff val="40000"/>
          </a:schemeClr>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63282" tIns="60960" rIns="113792" bIns="60960" numCol="1" spcCol="1270" anchor="ctr" anchorCtr="0">
          <a:noAutofit/>
        </a:bodyPr>
        <a:lstStyle/>
        <a:p>
          <a:pPr marL="0" lvl="0" indent="0" algn="ctr" defTabSz="711200">
            <a:lnSpc>
              <a:spcPct val="90000"/>
            </a:lnSpc>
            <a:spcBef>
              <a:spcPct val="0"/>
            </a:spcBef>
            <a:spcAft>
              <a:spcPct val="35000"/>
            </a:spcAft>
            <a:buNone/>
          </a:pPr>
          <a:r>
            <a:rPr lang="en-US" sz="1600" kern="1200">
              <a:solidFill>
                <a:schemeClr val="tx1"/>
              </a:solidFill>
            </a:rPr>
            <a:t>Develop a mobile application that serves as a comprehensive tool for fighting childhood obesity. It includes incorporating features like a nutrition tracking, physical activity monitoring, and AI-powered user personalization.</a:t>
          </a:r>
        </a:p>
      </dsp:txBody>
      <dsp:txXfrm rot="10800000">
        <a:off x="598490" y="272517"/>
        <a:ext cx="10625811" cy="823819"/>
      </dsp:txXfrm>
    </dsp:sp>
    <dsp:sp modelId="{5F5034CA-B3F3-47DC-8256-F57535E34BDF}">
      <dsp:nvSpPr>
        <dsp:cNvPr id="0" name=""/>
        <dsp:cNvSpPr/>
      </dsp:nvSpPr>
      <dsp:spPr>
        <a:xfrm>
          <a:off x="51643" y="323577"/>
          <a:ext cx="937391" cy="823819"/>
        </a:xfrm>
        <a:prstGeom prst="ellipse">
          <a:avLst/>
        </a:prstGeom>
        <a:blipFill rotWithShape="1">
          <a:blip xmlns:r="http://schemas.openxmlformats.org/officeDocument/2006/relationships" r:embed="rId1"/>
          <a:stretch>
            <a:fillRect/>
          </a:stretch>
        </a:blipFill>
        <a:ln>
          <a:noFill/>
        </a:ln>
        <a:effectLst/>
        <a:scene3d>
          <a:camera prst="orthographicFront"/>
          <a:lightRig rig="threePt" dir="t">
            <a:rot lat="0" lon="0" rev="7500000"/>
          </a:lightRig>
        </a:scene3d>
        <a:sp3d z="152400" extrusionH="63500" prstMaterial="matte">
          <a:bevelT w="50800" h="19050" prst="relaxedInset"/>
          <a:contourClr>
            <a:schemeClr val="bg1"/>
          </a:contourClr>
        </a:sp3d>
      </dsp:spPr>
      <dsp:style>
        <a:lnRef idx="0">
          <a:scrgbClr r="0" g="0" b="0"/>
        </a:lnRef>
        <a:fillRef idx="1">
          <a:scrgbClr r="0" g="0" b="0"/>
        </a:fillRef>
        <a:effectRef idx="0">
          <a:scrgbClr r="0" g="0" b="0"/>
        </a:effectRef>
        <a:fontRef idx="minor"/>
      </dsp:style>
    </dsp:sp>
    <dsp:sp modelId="{95929855-BEF7-421A-9ACE-10ADC69A7EB0}">
      <dsp:nvSpPr>
        <dsp:cNvPr id="0" name=""/>
        <dsp:cNvSpPr/>
      </dsp:nvSpPr>
      <dsp:spPr>
        <a:xfrm rot="10800000">
          <a:off x="538310" y="1160891"/>
          <a:ext cx="10685991" cy="823819"/>
        </a:xfrm>
        <a:prstGeom prst="homePlate">
          <a:avLst/>
        </a:prstGeom>
        <a:solidFill>
          <a:schemeClr val="accent6">
            <a:lumMod val="60000"/>
            <a:lumOff val="40000"/>
          </a:schemeClr>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63282" tIns="60960" rIns="113792"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tx1"/>
              </a:solidFill>
            </a:rPr>
            <a:t>The primary aim is to educate and support parents, caregivers, and educators in promoting healthy lifestyles among children. The app aims to reduce childhood obesity and its related health problems by giving the essential tools and information.</a:t>
          </a:r>
        </a:p>
      </dsp:txBody>
      <dsp:txXfrm rot="10800000">
        <a:off x="744265" y="1160891"/>
        <a:ext cx="10480036" cy="823819"/>
      </dsp:txXfrm>
    </dsp:sp>
    <dsp:sp modelId="{D11DF77C-09C2-48FD-982D-E70FFC016088}">
      <dsp:nvSpPr>
        <dsp:cNvPr id="0" name=""/>
        <dsp:cNvSpPr/>
      </dsp:nvSpPr>
      <dsp:spPr>
        <a:xfrm>
          <a:off x="202229" y="1155504"/>
          <a:ext cx="885771" cy="814444"/>
        </a:xfrm>
        <a:prstGeom prst="ellipse">
          <a:avLst/>
        </a:prstGeom>
        <a:blipFill rotWithShape="1">
          <a:blip xmlns:r="http://schemas.openxmlformats.org/officeDocument/2006/relationships" r:embed="rId2"/>
          <a:stretch>
            <a:fillRect/>
          </a:stretch>
        </a:blipFill>
        <a:ln>
          <a:noFill/>
        </a:ln>
        <a:effectLst/>
        <a:scene3d>
          <a:camera prst="orthographicFront"/>
          <a:lightRig rig="threePt" dir="t">
            <a:rot lat="0" lon="0" rev="7500000"/>
          </a:lightRig>
        </a:scene3d>
        <a:sp3d z="152400" extrusionH="63500" prstMaterial="matte">
          <a:bevelT w="50800" h="19050" prst="relaxedInset"/>
          <a:contourClr>
            <a:schemeClr val="bg1"/>
          </a:contourClr>
        </a:sp3d>
      </dsp:spPr>
      <dsp:style>
        <a:lnRef idx="0">
          <a:scrgbClr r="0" g="0" b="0"/>
        </a:lnRef>
        <a:fillRef idx="1">
          <a:scrgbClr r="0" g="0" b="0"/>
        </a:fillRef>
        <a:effectRef idx="0">
          <a:scrgbClr r="0" g="0" b="0"/>
        </a:effectRef>
        <a:fontRef idx="minor"/>
      </dsp:style>
    </dsp:sp>
    <dsp:sp modelId="{7B92AABD-0404-414D-B75E-88CDC15B7621}">
      <dsp:nvSpPr>
        <dsp:cNvPr id="0" name=""/>
        <dsp:cNvSpPr/>
      </dsp:nvSpPr>
      <dsp:spPr>
        <a:xfrm rot="10800000">
          <a:off x="464042" y="2060239"/>
          <a:ext cx="10760259" cy="823819"/>
        </a:xfrm>
        <a:prstGeom prst="homePlate">
          <a:avLst/>
        </a:prstGeom>
        <a:solidFill>
          <a:schemeClr val="accent1">
            <a:lumMod val="60000"/>
            <a:lumOff val="40000"/>
          </a:schemeClr>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63282" tIns="60960" rIns="113792" bIns="60960" numCol="1" spcCol="1270" anchor="ctr" anchorCtr="0">
          <a:noAutofit/>
        </a:bodyPr>
        <a:lstStyle/>
        <a:p>
          <a:pPr marL="0" lvl="0" indent="0" algn="ctr" defTabSz="711200">
            <a:lnSpc>
              <a:spcPct val="90000"/>
            </a:lnSpc>
            <a:spcBef>
              <a:spcPct val="0"/>
            </a:spcBef>
            <a:spcAft>
              <a:spcPct val="35000"/>
            </a:spcAft>
            <a:buNone/>
          </a:pPr>
          <a:r>
            <a:rPr lang="en-US" sz="1600" kern="1200">
              <a:solidFill>
                <a:schemeClr val="tx1"/>
              </a:solidFill>
            </a:rPr>
            <a:t>By targeting a key issue - childhood obesity - the app has the potential to have significant impacts in the public health area. Its features and outreach have the potential to change the landscape of children health and wellness.</a:t>
          </a:r>
        </a:p>
      </dsp:txBody>
      <dsp:txXfrm rot="10800000">
        <a:off x="669997" y="2060239"/>
        <a:ext cx="10554304" cy="823819"/>
      </dsp:txXfrm>
    </dsp:sp>
    <dsp:sp modelId="{694BE95E-FD09-4517-A111-F9151944DC37}">
      <dsp:nvSpPr>
        <dsp:cNvPr id="0" name=""/>
        <dsp:cNvSpPr/>
      </dsp:nvSpPr>
      <dsp:spPr>
        <a:xfrm>
          <a:off x="117083" y="2060254"/>
          <a:ext cx="887212" cy="823819"/>
        </a:xfrm>
        <a:prstGeom prst="ellipse">
          <a:avLst/>
        </a:prstGeom>
        <a:blipFill rotWithShape="1">
          <a:blip xmlns:r="http://schemas.openxmlformats.org/officeDocument/2006/relationships" r:embed="rId3"/>
          <a:stretch>
            <a:fillRect/>
          </a:stretch>
        </a:blipFill>
        <a:ln>
          <a:noFill/>
        </a:ln>
        <a:effectLst/>
        <a:scene3d>
          <a:camera prst="orthographicFront"/>
          <a:lightRig rig="threePt" dir="t">
            <a:rot lat="0" lon="0" rev="7500000"/>
          </a:lightRig>
        </a:scene3d>
        <a:sp3d z="152400" extrusionH="63500" prstMaterial="matte">
          <a:bevelT w="50800" h="19050" prst="relaxedInset"/>
          <a:contourClr>
            <a:schemeClr val="bg1"/>
          </a:contourClr>
        </a:sp3d>
      </dsp:spPr>
      <dsp:style>
        <a:lnRef idx="0">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9EBE53-DC68-4821-8E7A-B59440165752}">
      <dsp:nvSpPr>
        <dsp:cNvPr id="0" name=""/>
        <dsp:cNvSpPr/>
      </dsp:nvSpPr>
      <dsp:spPr>
        <a:xfrm rot="10800000">
          <a:off x="484869" y="0"/>
          <a:ext cx="10714653" cy="894267"/>
        </a:xfrm>
        <a:prstGeom prst="homePlate">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94347" tIns="68580" rIns="128016" bIns="68580" numCol="1" spcCol="1270" anchor="ctr" anchorCtr="0">
          <a:noAutofit/>
        </a:bodyPr>
        <a:lstStyle/>
        <a:p>
          <a:pPr marL="0" lvl="0" indent="0" algn="ctr" defTabSz="800100">
            <a:lnSpc>
              <a:spcPct val="90000"/>
            </a:lnSpc>
            <a:spcBef>
              <a:spcPct val="0"/>
            </a:spcBef>
            <a:spcAft>
              <a:spcPct val="35000"/>
            </a:spcAft>
            <a:buNone/>
          </a:pPr>
          <a:r>
            <a:rPr lang="en-US" sz="1800" kern="1200">
              <a:solidFill>
                <a:schemeClr val="tx1"/>
              </a:solidFill>
            </a:rPr>
            <a:t>Adopts primary and secondary preventive measures for pediatric obesity, focusing on health education and early intervention, with strict adherence to data privacy and child safety regulations.</a:t>
          </a:r>
        </a:p>
      </dsp:txBody>
      <dsp:txXfrm rot="10800000">
        <a:off x="708436" y="0"/>
        <a:ext cx="10491086" cy="894267"/>
      </dsp:txXfrm>
    </dsp:sp>
    <dsp:sp modelId="{5F5034CA-B3F3-47DC-8256-F57535E34BDF}">
      <dsp:nvSpPr>
        <dsp:cNvPr id="0" name=""/>
        <dsp:cNvSpPr/>
      </dsp:nvSpPr>
      <dsp:spPr>
        <a:xfrm>
          <a:off x="88883" y="23085"/>
          <a:ext cx="1031850" cy="894267"/>
        </a:xfrm>
        <a:prstGeom prst="ellipse">
          <a:avLst/>
        </a:prstGeom>
        <a:blipFill rotWithShape="1">
          <a:blip xmlns:r="http://schemas.openxmlformats.org/officeDocument/2006/relationships" r:embed="rId1"/>
          <a:stretch>
            <a:fillRect/>
          </a:stretch>
        </a:blipFill>
        <a:ln>
          <a:noFill/>
        </a:ln>
        <a:effectLst/>
        <a:scene3d>
          <a:camera prst="orthographicFront"/>
          <a:lightRig rig="threePt" dir="t">
            <a:rot lat="0" lon="0" rev="7500000"/>
          </a:lightRig>
        </a:scene3d>
        <a:sp3d z="152400" extrusionH="63500" prstMaterial="matte">
          <a:bevelT w="50800" h="19050" prst="relaxedInset"/>
          <a:contourClr>
            <a:schemeClr val="bg1"/>
          </a:contourClr>
        </a:sp3d>
      </dsp:spPr>
      <dsp:style>
        <a:lnRef idx="0">
          <a:scrgbClr r="0" g="0" b="0"/>
        </a:lnRef>
        <a:fillRef idx="1">
          <a:scrgbClr r="0" g="0" b="0"/>
        </a:fillRef>
        <a:effectRef idx="0">
          <a:scrgbClr r="0" g="0" b="0"/>
        </a:effectRef>
        <a:fontRef idx="minor"/>
      </dsp:style>
    </dsp:sp>
    <dsp:sp modelId="{95929855-BEF7-421A-9ACE-10ADC69A7EB0}">
      <dsp:nvSpPr>
        <dsp:cNvPr id="0" name=""/>
        <dsp:cNvSpPr/>
      </dsp:nvSpPr>
      <dsp:spPr>
        <a:xfrm rot="10800000">
          <a:off x="412763" y="992373"/>
          <a:ext cx="10811538" cy="894267"/>
        </a:xfrm>
        <a:prstGeom prst="homePlate">
          <a:avLst/>
        </a:prstGeom>
        <a:solidFill>
          <a:schemeClr val="accent2">
            <a:lumMod val="60000"/>
            <a:lumOff val="40000"/>
          </a:schemeClr>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94347" tIns="68580" rIns="128016" bIns="6858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The application will be available on both mobile and web-based platforms, ensuring wide accessibility. It will provide a user-friendly interface that is engaging for children and informative for adults, making it a versatile tool for users of all ages.</a:t>
          </a:r>
        </a:p>
      </dsp:txBody>
      <dsp:txXfrm rot="10800000">
        <a:off x="636330" y="992373"/>
        <a:ext cx="10587971" cy="894267"/>
      </dsp:txXfrm>
    </dsp:sp>
    <dsp:sp modelId="{D11DF77C-09C2-48FD-982D-E70FFC016088}">
      <dsp:nvSpPr>
        <dsp:cNvPr id="0" name=""/>
        <dsp:cNvSpPr/>
      </dsp:nvSpPr>
      <dsp:spPr>
        <a:xfrm>
          <a:off x="211483" y="974800"/>
          <a:ext cx="961516" cy="884091"/>
        </a:xfrm>
        <a:prstGeom prst="ellipse">
          <a:avLst/>
        </a:prstGeom>
        <a:blipFill rotWithShape="1">
          <a:blip xmlns:r="http://schemas.openxmlformats.org/officeDocument/2006/relationships" r:embed="rId2"/>
          <a:stretch>
            <a:fillRect/>
          </a:stretch>
        </a:blipFill>
        <a:ln>
          <a:noFill/>
        </a:ln>
        <a:effectLst/>
        <a:scene3d>
          <a:camera prst="orthographicFront"/>
          <a:lightRig rig="threePt" dir="t">
            <a:rot lat="0" lon="0" rev="7500000"/>
          </a:lightRig>
        </a:scene3d>
        <a:sp3d z="152400" extrusionH="63500" prstMaterial="matte">
          <a:bevelT w="50800" h="19050" prst="relaxedInset"/>
          <a:contourClr>
            <a:schemeClr val="bg1"/>
          </a:contourClr>
        </a:sp3d>
      </dsp:spPr>
      <dsp:style>
        <a:lnRef idx="0">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42FE9B-8077-408D-A579-AF7B522D6386}">
      <dsp:nvSpPr>
        <dsp:cNvPr id="0" name=""/>
        <dsp:cNvSpPr/>
      </dsp:nvSpPr>
      <dsp:spPr>
        <a:xfrm>
          <a:off x="0" y="239503"/>
          <a:ext cx="3313959" cy="1988375"/>
        </a:xfrm>
        <a:prstGeom prst="rect">
          <a:avLst/>
        </a:prstGeom>
        <a:solidFill>
          <a:schemeClr val="accent2">
            <a:lumMod val="60000"/>
            <a:lumOff val="40000"/>
          </a:schemeClr>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b="1" kern="1200" dirty="0">
              <a:solidFill>
                <a:schemeClr val="accent4">
                  <a:lumMod val="60000"/>
                  <a:lumOff val="40000"/>
                </a:schemeClr>
              </a:solidFill>
              <a:effectLst>
                <a:glow rad="127000">
                  <a:schemeClr val="tx1"/>
                </a:glow>
                <a:outerShdw blurRad="50800" dist="50800" dir="5400000" algn="ctr" rotWithShape="0">
                  <a:schemeClr val="accent2"/>
                </a:outerShdw>
              </a:effectLst>
            </a:rPr>
            <a:t>Personalized Health Guidance</a:t>
          </a:r>
          <a:r>
            <a:rPr lang="en-US" sz="2500" kern="1200" dirty="0">
              <a:solidFill>
                <a:schemeClr val="accent4">
                  <a:lumMod val="60000"/>
                  <a:lumOff val="40000"/>
                </a:schemeClr>
              </a:solidFill>
            </a:rPr>
            <a:t>: </a:t>
          </a:r>
          <a:r>
            <a:rPr lang="en-US" sz="2500" kern="1200" dirty="0">
              <a:solidFill>
                <a:schemeClr val="tx1"/>
              </a:solidFill>
            </a:rPr>
            <a:t>AI-driven guidance for child-specific nutrition and activity</a:t>
          </a:r>
        </a:p>
      </dsp:txBody>
      <dsp:txXfrm>
        <a:off x="0" y="239503"/>
        <a:ext cx="3313959" cy="1988375"/>
      </dsp:txXfrm>
    </dsp:sp>
    <dsp:sp modelId="{B9054D12-272E-4110-996A-C4A179B6B761}">
      <dsp:nvSpPr>
        <dsp:cNvPr id="0" name=""/>
        <dsp:cNvSpPr/>
      </dsp:nvSpPr>
      <dsp:spPr>
        <a:xfrm>
          <a:off x="3697616" y="278693"/>
          <a:ext cx="3313959" cy="1988375"/>
        </a:xfrm>
        <a:prstGeom prst="rect">
          <a:avLst/>
        </a:prstGeom>
        <a:solidFill>
          <a:schemeClr val="accent1">
            <a:lumMod val="60000"/>
            <a:lumOff val="40000"/>
          </a:schemeClr>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b="1" kern="1200" dirty="0">
              <a:solidFill>
                <a:schemeClr val="accent4">
                  <a:lumMod val="60000"/>
                  <a:lumOff val="40000"/>
                </a:schemeClr>
              </a:solidFill>
              <a:effectLst>
                <a:glow rad="127000">
                  <a:schemeClr val="tx1">
                    <a:lumMod val="75000"/>
                    <a:lumOff val="25000"/>
                  </a:schemeClr>
                </a:glow>
                <a:outerShdw blurRad="50800" dist="50800" dir="5400000" algn="ctr" rotWithShape="0">
                  <a:srgbClr val="FF0000"/>
                </a:outerShdw>
                <a:reflection stA="99000" endPos="0" dist="50800" dir="5400000" sy="-100000" algn="bl" rotWithShape="0"/>
              </a:effectLst>
            </a:rPr>
            <a:t>Interactive Content: </a:t>
          </a:r>
          <a:r>
            <a:rPr lang="en-US" sz="2500" kern="1200" dirty="0">
              <a:solidFill>
                <a:schemeClr val="tx1"/>
              </a:solidFill>
            </a:rPr>
            <a:t>Engaging educational tools for children that promote healthy habits</a:t>
          </a:r>
        </a:p>
      </dsp:txBody>
      <dsp:txXfrm>
        <a:off x="3697616" y="278693"/>
        <a:ext cx="3313959" cy="1988375"/>
      </dsp:txXfrm>
    </dsp:sp>
    <dsp:sp modelId="{38ADE473-8610-4674-A7F2-223065B832C2}">
      <dsp:nvSpPr>
        <dsp:cNvPr id="0" name=""/>
        <dsp:cNvSpPr/>
      </dsp:nvSpPr>
      <dsp:spPr>
        <a:xfrm>
          <a:off x="7290709" y="239503"/>
          <a:ext cx="3313959" cy="1988375"/>
        </a:xfrm>
        <a:prstGeom prst="rect">
          <a:avLst/>
        </a:prstGeom>
        <a:solidFill>
          <a:schemeClr val="bg1">
            <a:lumMod val="65000"/>
          </a:schemeClr>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b="1" kern="1200" dirty="0">
              <a:solidFill>
                <a:schemeClr val="accent4">
                  <a:lumMod val="60000"/>
                  <a:lumOff val="40000"/>
                </a:schemeClr>
              </a:solidFill>
              <a:effectLst>
                <a:glow rad="127000">
                  <a:schemeClr val="tx1">
                    <a:lumMod val="75000"/>
                    <a:lumOff val="25000"/>
                  </a:schemeClr>
                </a:glow>
                <a:outerShdw blurRad="50800" dist="50800" dir="5400000" algn="ctr" rotWithShape="0">
                  <a:srgbClr val="FF0000"/>
                </a:outerShdw>
                <a:reflection stA="99000" endPos="0" dist="50800" dir="5400000" sy="-100000" algn="bl" rotWithShape="0"/>
              </a:effectLst>
            </a:rPr>
            <a:t>Parental Support : </a:t>
          </a:r>
          <a:r>
            <a:rPr lang="en-US" sz="2500" kern="1200" dirty="0">
              <a:solidFill>
                <a:schemeClr val="tx1"/>
              </a:solidFill>
            </a:rPr>
            <a:t>Tools and advice for parents to nurture a healthy lifestyle in children</a:t>
          </a:r>
        </a:p>
      </dsp:txBody>
      <dsp:txXfrm>
        <a:off x="7290709" y="239503"/>
        <a:ext cx="3313959" cy="1988375"/>
      </dsp:txXfrm>
    </dsp:sp>
    <dsp:sp modelId="{686EDAAE-2183-415A-AAE1-E502E9D0DB8E}">
      <dsp:nvSpPr>
        <dsp:cNvPr id="0" name=""/>
        <dsp:cNvSpPr/>
      </dsp:nvSpPr>
      <dsp:spPr>
        <a:xfrm>
          <a:off x="1822677" y="2559274"/>
          <a:ext cx="3313959" cy="1988375"/>
        </a:xfrm>
        <a:prstGeom prst="rect">
          <a:avLst/>
        </a:prstGeom>
        <a:solidFill>
          <a:srgbClr val="D2A0FC"/>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b="1" kern="1200" dirty="0">
              <a:solidFill>
                <a:schemeClr val="accent4">
                  <a:lumMod val="60000"/>
                  <a:lumOff val="40000"/>
                </a:schemeClr>
              </a:solidFill>
              <a:effectLst>
                <a:glow rad="127000">
                  <a:schemeClr val="tx1">
                    <a:lumMod val="85000"/>
                    <a:lumOff val="15000"/>
                  </a:schemeClr>
                </a:glow>
                <a:outerShdw blurRad="50800" dist="50800" dir="5400000" algn="ctr" rotWithShape="0">
                  <a:srgbClr val="00B050">
                    <a:alpha val="89000"/>
                  </a:srgbClr>
                </a:outerShdw>
              </a:effectLst>
            </a:rPr>
            <a:t>Comprehensive Tracking: </a:t>
          </a:r>
          <a:r>
            <a:rPr lang="en-US" sz="2500" kern="1200" dirty="0">
              <a:solidFill>
                <a:schemeClr val="tx1"/>
              </a:solidFill>
            </a:rPr>
            <a:t>Tracks children's diet and physical activities</a:t>
          </a:r>
        </a:p>
      </dsp:txBody>
      <dsp:txXfrm>
        <a:off x="1822677" y="2559274"/>
        <a:ext cx="3313959" cy="1988375"/>
      </dsp:txXfrm>
    </dsp:sp>
    <dsp:sp modelId="{00F253B3-CF8A-4EC2-B06B-70DBB49C1423}">
      <dsp:nvSpPr>
        <dsp:cNvPr id="0" name=""/>
        <dsp:cNvSpPr/>
      </dsp:nvSpPr>
      <dsp:spPr>
        <a:xfrm>
          <a:off x="5468032" y="2559274"/>
          <a:ext cx="3313959" cy="1988375"/>
        </a:xfrm>
        <a:prstGeom prst="rect">
          <a:avLst/>
        </a:prstGeom>
        <a:solidFill>
          <a:schemeClr val="accent6">
            <a:lumMod val="60000"/>
            <a:lumOff val="40000"/>
          </a:schemeClr>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b="1" kern="1200" dirty="0">
              <a:solidFill>
                <a:schemeClr val="accent4">
                  <a:lumMod val="60000"/>
                  <a:lumOff val="40000"/>
                </a:schemeClr>
              </a:solidFill>
              <a:effectLst>
                <a:glow rad="127000">
                  <a:schemeClr val="tx1"/>
                </a:glow>
                <a:outerShdw blurRad="50800" dist="50800" dir="5400000" algn="ctr" rotWithShape="0">
                  <a:srgbClr val="FF0000"/>
                </a:outerShdw>
              </a:effectLst>
            </a:rPr>
            <a:t>Data Security: </a:t>
          </a:r>
          <a:r>
            <a:rPr lang="en-US" sz="2500" kern="1200" dirty="0">
              <a:solidFill>
                <a:schemeClr val="tx1"/>
              </a:solidFill>
            </a:rPr>
            <a:t>Ensures user data safety and privacy</a:t>
          </a:r>
        </a:p>
      </dsp:txBody>
      <dsp:txXfrm>
        <a:off x="5468032" y="2559274"/>
        <a:ext cx="3313959" cy="198837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B010E7-5475-4507-A658-D9389605DEBC}">
      <dsp:nvSpPr>
        <dsp:cNvPr id="0" name=""/>
        <dsp:cNvSpPr/>
      </dsp:nvSpPr>
      <dsp:spPr>
        <a:xfrm>
          <a:off x="6041428" y="1185429"/>
          <a:ext cx="1139424" cy="542262"/>
        </a:xfrm>
        <a:custGeom>
          <a:avLst/>
          <a:gdLst/>
          <a:ahLst/>
          <a:cxnLst/>
          <a:rect l="0" t="0" r="0" b="0"/>
          <a:pathLst>
            <a:path>
              <a:moveTo>
                <a:pt x="0" y="0"/>
              </a:moveTo>
              <a:lnTo>
                <a:pt x="0" y="369536"/>
              </a:lnTo>
              <a:lnTo>
                <a:pt x="1139424" y="369536"/>
              </a:lnTo>
              <a:lnTo>
                <a:pt x="1139424" y="542262"/>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F7B8177-D09E-4FA1-9B6C-D530923BC8E9}">
      <dsp:nvSpPr>
        <dsp:cNvPr id="0" name=""/>
        <dsp:cNvSpPr/>
      </dsp:nvSpPr>
      <dsp:spPr>
        <a:xfrm>
          <a:off x="4902003" y="2911658"/>
          <a:ext cx="1139424" cy="542262"/>
        </a:xfrm>
        <a:custGeom>
          <a:avLst/>
          <a:gdLst/>
          <a:ahLst/>
          <a:cxnLst/>
          <a:rect l="0" t="0" r="0" b="0"/>
          <a:pathLst>
            <a:path>
              <a:moveTo>
                <a:pt x="0" y="0"/>
              </a:moveTo>
              <a:lnTo>
                <a:pt x="0" y="369536"/>
              </a:lnTo>
              <a:lnTo>
                <a:pt x="1139424" y="369536"/>
              </a:lnTo>
              <a:lnTo>
                <a:pt x="1139424" y="542262"/>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E257698-6879-4F9C-A92F-7676C5C266AC}">
      <dsp:nvSpPr>
        <dsp:cNvPr id="0" name=""/>
        <dsp:cNvSpPr/>
      </dsp:nvSpPr>
      <dsp:spPr>
        <a:xfrm>
          <a:off x="3762578" y="2911658"/>
          <a:ext cx="1139424" cy="542262"/>
        </a:xfrm>
        <a:custGeom>
          <a:avLst/>
          <a:gdLst/>
          <a:ahLst/>
          <a:cxnLst/>
          <a:rect l="0" t="0" r="0" b="0"/>
          <a:pathLst>
            <a:path>
              <a:moveTo>
                <a:pt x="1139424" y="0"/>
              </a:moveTo>
              <a:lnTo>
                <a:pt x="1139424" y="369536"/>
              </a:lnTo>
              <a:lnTo>
                <a:pt x="0" y="369536"/>
              </a:lnTo>
              <a:lnTo>
                <a:pt x="0" y="542262"/>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9F27F2B-8E17-4FFB-856D-53AAD6C469A9}">
      <dsp:nvSpPr>
        <dsp:cNvPr id="0" name=""/>
        <dsp:cNvSpPr/>
      </dsp:nvSpPr>
      <dsp:spPr>
        <a:xfrm>
          <a:off x="4902003" y="1185429"/>
          <a:ext cx="1139424" cy="542262"/>
        </a:xfrm>
        <a:custGeom>
          <a:avLst/>
          <a:gdLst/>
          <a:ahLst/>
          <a:cxnLst/>
          <a:rect l="0" t="0" r="0" b="0"/>
          <a:pathLst>
            <a:path>
              <a:moveTo>
                <a:pt x="1139424" y="0"/>
              </a:moveTo>
              <a:lnTo>
                <a:pt x="1139424" y="369536"/>
              </a:lnTo>
              <a:lnTo>
                <a:pt x="0" y="369536"/>
              </a:lnTo>
              <a:lnTo>
                <a:pt x="0" y="542262"/>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14545FC-321C-4C18-A353-FF10EFF3F749}">
      <dsp:nvSpPr>
        <dsp:cNvPr id="0" name=""/>
        <dsp:cNvSpPr/>
      </dsp:nvSpPr>
      <dsp:spPr>
        <a:xfrm>
          <a:off x="5109171" y="1463"/>
          <a:ext cx="1864513" cy="1183965"/>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F5DEF8A-7C7F-4353-AAB4-E1D092F51ED4}">
      <dsp:nvSpPr>
        <dsp:cNvPr id="0" name=""/>
        <dsp:cNvSpPr/>
      </dsp:nvSpPr>
      <dsp:spPr>
        <a:xfrm>
          <a:off x="5316339" y="198273"/>
          <a:ext cx="1864513" cy="1183965"/>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a:t>PROJECT INITIATION</a:t>
          </a:r>
        </a:p>
      </dsp:txBody>
      <dsp:txXfrm>
        <a:off x="5351016" y="232950"/>
        <a:ext cx="1795159" cy="1114611"/>
      </dsp:txXfrm>
    </dsp:sp>
    <dsp:sp modelId="{CEDAC92D-3766-4856-B00A-FF6DB9DCCD04}">
      <dsp:nvSpPr>
        <dsp:cNvPr id="0" name=""/>
        <dsp:cNvSpPr/>
      </dsp:nvSpPr>
      <dsp:spPr>
        <a:xfrm>
          <a:off x="3969746" y="1727692"/>
          <a:ext cx="1864513" cy="1183965"/>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066320A-1C03-4385-A321-00401A6CFFD9}">
      <dsp:nvSpPr>
        <dsp:cNvPr id="0" name=""/>
        <dsp:cNvSpPr/>
      </dsp:nvSpPr>
      <dsp:spPr>
        <a:xfrm>
          <a:off x="4176915" y="1924501"/>
          <a:ext cx="1864513" cy="1183965"/>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a:t>APPLICATION DEVELOPMENT</a:t>
          </a:r>
        </a:p>
      </dsp:txBody>
      <dsp:txXfrm>
        <a:off x="4211592" y="1959178"/>
        <a:ext cx="1795159" cy="1114611"/>
      </dsp:txXfrm>
    </dsp:sp>
    <dsp:sp modelId="{CCF96A41-6860-4E08-B9E0-EB0A3AF7762C}">
      <dsp:nvSpPr>
        <dsp:cNvPr id="0" name=""/>
        <dsp:cNvSpPr/>
      </dsp:nvSpPr>
      <dsp:spPr>
        <a:xfrm>
          <a:off x="2830322" y="3453920"/>
          <a:ext cx="1864513" cy="1183965"/>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794287-61B2-4B43-9BCD-3AAADF3E1FA8}">
      <dsp:nvSpPr>
        <dsp:cNvPr id="0" name=""/>
        <dsp:cNvSpPr/>
      </dsp:nvSpPr>
      <dsp:spPr>
        <a:xfrm>
          <a:off x="3037490" y="3650730"/>
          <a:ext cx="1864513" cy="1183965"/>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a:t>PROJECT MANAGEMENT AND OVERSIGHT</a:t>
          </a:r>
        </a:p>
      </dsp:txBody>
      <dsp:txXfrm>
        <a:off x="3072167" y="3685407"/>
        <a:ext cx="1795159" cy="1114611"/>
      </dsp:txXfrm>
    </dsp:sp>
    <dsp:sp modelId="{6D81B74B-3F5D-4C62-B564-23CE685B89EC}">
      <dsp:nvSpPr>
        <dsp:cNvPr id="0" name=""/>
        <dsp:cNvSpPr/>
      </dsp:nvSpPr>
      <dsp:spPr>
        <a:xfrm>
          <a:off x="5109171" y="3453920"/>
          <a:ext cx="1864513" cy="1183965"/>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1485FA3-D3D0-4691-8E7E-CD0F523F6479}">
      <dsp:nvSpPr>
        <dsp:cNvPr id="0" name=""/>
        <dsp:cNvSpPr/>
      </dsp:nvSpPr>
      <dsp:spPr>
        <a:xfrm>
          <a:off x="5316339" y="3650730"/>
          <a:ext cx="1864513" cy="1183965"/>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a:t>MONITORING AND EVALUATION</a:t>
          </a:r>
        </a:p>
      </dsp:txBody>
      <dsp:txXfrm>
        <a:off x="5351016" y="3685407"/>
        <a:ext cx="1795159" cy="1114611"/>
      </dsp:txXfrm>
    </dsp:sp>
    <dsp:sp modelId="{DF814608-84B4-4C42-932D-FBF141B4866D}">
      <dsp:nvSpPr>
        <dsp:cNvPr id="0" name=""/>
        <dsp:cNvSpPr/>
      </dsp:nvSpPr>
      <dsp:spPr>
        <a:xfrm>
          <a:off x="6248596" y="1727692"/>
          <a:ext cx="1864513" cy="1183965"/>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F0FD1C6-7295-4091-B30B-390CCBF725C1}">
      <dsp:nvSpPr>
        <dsp:cNvPr id="0" name=""/>
        <dsp:cNvSpPr/>
      </dsp:nvSpPr>
      <dsp:spPr>
        <a:xfrm>
          <a:off x="6455764" y="1924501"/>
          <a:ext cx="1864513" cy="1183965"/>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a:t>APPLICATION TESTING AND LAUNCH</a:t>
          </a:r>
        </a:p>
      </dsp:txBody>
      <dsp:txXfrm>
        <a:off x="6490441" y="1959178"/>
        <a:ext cx="1795159" cy="111461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4811B5-934A-F341-A95C-93D8EDDD4FB9}">
      <dsp:nvSpPr>
        <dsp:cNvPr id="0" name=""/>
        <dsp:cNvSpPr/>
      </dsp:nvSpPr>
      <dsp:spPr>
        <a:xfrm>
          <a:off x="34461" y="1515677"/>
          <a:ext cx="1755016" cy="702006"/>
        </a:xfrm>
        <a:prstGeom prst="chevron">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n-US" sz="1400" kern="1200" dirty="0">
              <a:solidFill>
                <a:schemeClr val="tx1"/>
              </a:solidFill>
            </a:rPr>
            <a:t>Project</a:t>
          </a:r>
          <a:r>
            <a:rPr lang="en-US" sz="1400" kern="1200" dirty="0"/>
            <a:t> </a:t>
          </a:r>
          <a:r>
            <a:rPr lang="en-US" sz="1400" kern="1200" dirty="0">
              <a:solidFill>
                <a:schemeClr val="tx1"/>
              </a:solidFill>
            </a:rPr>
            <a:t>Initiation</a:t>
          </a:r>
        </a:p>
      </dsp:txBody>
      <dsp:txXfrm>
        <a:off x="385464" y="1515677"/>
        <a:ext cx="1053010" cy="702006"/>
      </dsp:txXfrm>
    </dsp:sp>
    <dsp:sp modelId="{507F45F4-A647-3A4D-B378-709446C58C19}">
      <dsp:nvSpPr>
        <dsp:cNvPr id="0" name=""/>
        <dsp:cNvSpPr/>
      </dsp:nvSpPr>
      <dsp:spPr>
        <a:xfrm>
          <a:off x="1579515" y="1484620"/>
          <a:ext cx="1755016" cy="702006"/>
        </a:xfrm>
        <a:prstGeom prst="chevron">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n-US" sz="1400" kern="1200" dirty="0">
              <a:solidFill>
                <a:schemeClr val="tx1"/>
              </a:solidFill>
            </a:rPr>
            <a:t>Planning Phase</a:t>
          </a:r>
        </a:p>
      </dsp:txBody>
      <dsp:txXfrm>
        <a:off x="1930518" y="1484620"/>
        <a:ext cx="1053010" cy="702006"/>
      </dsp:txXfrm>
    </dsp:sp>
    <dsp:sp modelId="{E526D684-38D4-4641-9DB3-47475C8DE599}">
      <dsp:nvSpPr>
        <dsp:cNvPr id="0" name=""/>
        <dsp:cNvSpPr/>
      </dsp:nvSpPr>
      <dsp:spPr>
        <a:xfrm>
          <a:off x="3159030" y="1484620"/>
          <a:ext cx="1755016" cy="702006"/>
        </a:xfrm>
        <a:prstGeom prst="chevron">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n-US" sz="1400" kern="1200" dirty="0">
              <a:solidFill>
                <a:schemeClr val="tx1"/>
              </a:solidFill>
            </a:rPr>
            <a:t>Application Design</a:t>
          </a:r>
        </a:p>
      </dsp:txBody>
      <dsp:txXfrm>
        <a:off x="3510033" y="1484620"/>
        <a:ext cx="1053010" cy="702006"/>
      </dsp:txXfrm>
    </dsp:sp>
    <dsp:sp modelId="{94834544-1115-F446-81FA-7719A60F58BB}">
      <dsp:nvSpPr>
        <dsp:cNvPr id="0" name=""/>
        <dsp:cNvSpPr/>
      </dsp:nvSpPr>
      <dsp:spPr>
        <a:xfrm>
          <a:off x="4738545" y="1484620"/>
          <a:ext cx="1755016" cy="702006"/>
        </a:xfrm>
        <a:prstGeom prst="chevron">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n-US" sz="1400" kern="1200" dirty="0">
              <a:solidFill>
                <a:schemeClr val="tx1"/>
              </a:solidFill>
            </a:rPr>
            <a:t>Application Development</a:t>
          </a:r>
        </a:p>
      </dsp:txBody>
      <dsp:txXfrm>
        <a:off x="5089548" y="1484620"/>
        <a:ext cx="1053010" cy="702006"/>
      </dsp:txXfrm>
    </dsp:sp>
    <dsp:sp modelId="{44E52BB1-8B5B-8A41-B13C-E03964EE0F46}">
      <dsp:nvSpPr>
        <dsp:cNvPr id="0" name=""/>
        <dsp:cNvSpPr/>
      </dsp:nvSpPr>
      <dsp:spPr>
        <a:xfrm>
          <a:off x="6318060" y="1484620"/>
          <a:ext cx="1755016" cy="702006"/>
        </a:xfrm>
        <a:prstGeom prst="chevron">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n-US" sz="1400" kern="1200" dirty="0">
              <a:solidFill>
                <a:schemeClr val="tx1"/>
              </a:solidFill>
            </a:rPr>
            <a:t>Application Testing</a:t>
          </a:r>
        </a:p>
      </dsp:txBody>
      <dsp:txXfrm>
        <a:off x="6669063" y="1484620"/>
        <a:ext cx="1053010" cy="702006"/>
      </dsp:txXfrm>
    </dsp:sp>
    <dsp:sp modelId="{B2EC301E-6313-0741-AD39-31E58DD26C1A}">
      <dsp:nvSpPr>
        <dsp:cNvPr id="0" name=""/>
        <dsp:cNvSpPr/>
      </dsp:nvSpPr>
      <dsp:spPr>
        <a:xfrm>
          <a:off x="7897575" y="1484620"/>
          <a:ext cx="1755016" cy="702006"/>
        </a:xfrm>
        <a:prstGeom prst="chevron">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n-US" sz="1400" kern="1200" dirty="0">
              <a:solidFill>
                <a:schemeClr val="tx1"/>
              </a:solidFill>
            </a:rPr>
            <a:t>Monitoring and Evaluating </a:t>
          </a:r>
        </a:p>
      </dsp:txBody>
      <dsp:txXfrm>
        <a:off x="8248578" y="1484620"/>
        <a:ext cx="1053010" cy="702006"/>
      </dsp:txXfrm>
    </dsp:sp>
    <dsp:sp modelId="{A7CD2F5F-BAD7-AE4D-AC17-5F58DDF4569F}">
      <dsp:nvSpPr>
        <dsp:cNvPr id="0" name=""/>
        <dsp:cNvSpPr/>
      </dsp:nvSpPr>
      <dsp:spPr>
        <a:xfrm>
          <a:off x="9477090" y="1484620"/>
          <a:ext cx="1755016" cy="702006"/>
        </a:xfrm>
        <a:prstGeom prst="chevron">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n-US" sz="1400" kern="1200" dirty="0">
              <a:solidFill>
                <a:schemeClr val="tx1"/>
              </a:solidFill>
            </a:rPr>
            <a:t>Project Closure</a:t>
          </a:r>
        </a:p>
      </dsp:txBody>
      <dsp:txXfrm>
        <a:off x="9828093" y="1484620"/>
        <a:ext cx="1053010" cy="702006"/>
      </dsp:txXfrm>
    </dsp:sp>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E8F28-7376-76C0-DB06-C05F1408BFF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BE1635B-EACB-DCD8-3D3F-19F619FC33F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E1FEDD1-1193-85A8-45CB-777F8B2D183E}"/>
              </a:ext>
            </a:extLst>
          </p:cNvPr>
          <p:cNvSpPr>
            <a:spLocks noGrp="1"/>
          </p:cNvSpPr>
          <p:nvPr>
            <p:ph type="dt" sz="half" idx="10"/>
          </p:nvPr>
        </p:nvSpPr>
        <p:spPr/>
        <p:txBody>
          <a:bodyPr/>
          <a:lstStyle/>
          <a:p>
            <a:fld id="{06F99D9F-458B-2544-A1BE-F67A00C70339}" type="datetimeFigureOut">
              <a:rPr lang="en-US" smtClean="0"/>
              <a:t>11/27/2023</a:t>
            </a:fld>
            <a:endParaRPr lang="en-US"/>
          </a:p>
        </p:txBody>
      </p:sp>
      <p:sp>
        <p:nvSpPr>
          <p:cNvPr id="5" name="Footer Placeholder 4">
            <a:extLst>
              <a:ext uri="{FF2B5EF4-FFF2-40B4-BE49-F238E27FC236}">
                <a16:creationId xmlns:a16="http://schemas.microsoft.com/office/drawing/2014/main" id="{B448BAFD-1EA8-DE2B-FE07-9DD4EF7952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3A3243-5D24-633C-ED7E-932398A911CA}"/>
              </a:ext>
            </a:extLst>
          </p:cNvPr>
          <p:cNvSpPr>
            <a:spLocks noGrp="1"/>
          </p:cNvSpPr>
          <p:nvPr>
            <p:ph type="sldNum" sz="quarter" idx="12"/>
          </p:nvPr>
        </p:nvSpPr>
        <p:spPr/>
        <p:txBody>
          <a:bodyPr/>
          <a:lstStyle/>
          <a:p>
            <a:fld id="{6D555A84-E39A-2544-B5E9-59E609241534}" type="slidenum">
              <a:rPr lang="en-US" smtClean="0"/>
              <a:t>‹#›</a:t>
            </a:fld>
            <a:endParaRPr lang="en-US"/>
          </a:p>
        </p:txBody>
      </p:sp>
    </p:spTree>
    <p:extLst>
      <p:ext uri="{BB962C8B-B14F-4D97-AF65-F5344CB8AC3E}">
        <p14:creationId xmlns:p14="http://schemas.microsoft.com/office/powerpoint/2010/main" val="1771319536"/>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F3FBE-2DAE-E58C-3AE5-6D9C6D4DEAD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51F645C-6E8C-000B-87EA-6C216F55BD5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F677ED-E69F-11E3-7185-EC34EDC55FA5}"/>
              </a:ext>
            </a:extLst>
          </p:cNvPr>
          <p:cNvSpPr>
            <a:spLocks noGrp="1"/>
          </p:cNvSpPr>
          <p:nvPr>
            <p:ph type="dt" sz="half" idx="10"/>
          </p:nvPr>
        </p:nvSpPr>
        <p:spPr/>
        <p:txBody>
          <a:bodyPr/>
          <a:lstStyle/>
          <a:p>
            <a:fld id="{06F99D9F-458B-2544-A1BE-F67A00C70339}" type="datetimeFigureOut">
              <a:rPr lang="en-US" smtClean="0"/>
              <a:t>11/27/2023</a:t>
            </a:fld>
            <a:endParaRPr lang="en-US"/>
          </a:p>
        </p:txBody>
      </p:sp>
      <p:sp>
        <p:nvSpPr>
          <p:cNvPr id="5" name="Footer Placeholder 4">
            <a:extLst>
              <a:ext uri="{FF2B5EF4-FFF2-40B4-BE49-F238E27FC236}">
                <a16:creationId xmlns:a16="http://schemas.microsoft.com/office/drawing/2014/main" id="{ED210168-DE6A-C0D7-FD28-EBFAF7C933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D004DD-E871-0F01-9E2C-51087D64AEC6}"/>
              </a:ext>
            </a:extLst>
          </p:cNvPr>
          <p:cNvSpPr>
            <a:spLocks noGrp="1"/>
          </p:cNvSpPr>
          <p:nvPr>
            <p:ph type="sldNum" sz="quarter" idx="12"/>
          </p:nvPr>
        </p:nvSpPr>
        <p:spPr/>
        <p:txBody>
          <a:bodyPr/>
          <a:lstStyle/>
          <a:p>
            <a:fld id="{6D555A84-E39A-2544-B5E9-59E609241534}" type="slidenum">
              <a:rPr lang="en-US" smtClean="0"/>
              <a:t>‹#›</a:t>
            </a:fld>
            <a:endParaRPr lang="en-US"/>
          </a:p>
        </p:txBody>
      </p:sp>
    </p:spTree>
    <p:extLst>
      <p:ext uri="{BB962C8B-B14F-4D97-AF65-F5344CB8AC3E}">
        <p14:creationId xmlns:p14="http://schemas.microsoft.com/office/powerpoint/2010/main" val="3763307234"/>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17713-E29A-F15D-8F32-6BD27088C8F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10ABA49-3066-12A4-D8F0-9B7452A7953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6BF2886-C0C1-0D9C-E53B-B4282EF4E39D}"/>
              </a:ext>
            </a:extLst>
          </p:cNvPr>
          <p:cNvSpPr>
            <a:spLocks noGrp="1"/>
          </p:cNvSpPr>
          <p:nvPr>
            <p:ph type="dt" sz="half" idx="10"/>
          </p:nvPr>
        </p:nvSpPr>
        <p:spPr/>
        <p:txBody>
          <a:bodyPr/>
          <a:lstStyle/>
          <a:p>
            <a:fld id="{06F99D9F-458B-2544-A1BE-F67A00C70339}" type="datetimeFigureOut">
              <a:rPr lang="en-US" smtClean="0"/>
              <a:t>11/27/2023</a:t>
            </a:fld>
            <a:endParaRPr lang="en-US"/>
          </a:p>
        </p:txBody>
      </p:sp>
      <p:sp>
        <p:nvSpPr>
          <p:cNvPr id="5" name="Footer Placeholder 4">
            <a:extLst>
              <a:ext uri="{FF2B5EF4-FFF2-40B4-BE49-F238E27FC236}">
                <a16:creationId xmlns:a16="http://schemas.microsoft.com/office/drawing/2014/main" id="{FF349CBB-B65F-C46D-FE27-8E8A7D834C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FB2328-B072-7299-0492-FF06E25C4D23}"/>
              </a:ext>
            </a:extLst>
          </p:cNvPr>
          <p:cNvSpPr>
            <a:spLocks noGrp="1"/>
          </p:cNvSpPr>
          <p:nvPr>
            <p:ph type="sldNum" sz="quarter" idx="12"/>
          </p:nvPr>
        </p:nvSpPr>
        <p:spPr/>
        <p:txBody>
          <a:bodyPr/>
          <a:lstStyle/>
          <a:p>
            <a:fld id="{6D555A84-E39A-2544-B5E9-59E609241534}" type="slidenum">
              <a:rPr lang="en-US" smtClean="0"/>
              <a:t>‹#›</a:t>
            </a:fld>
            <a:endParaRPr lang="en-US"/>
          </a:p>
        </p:txBody>
      </p:sp>
    </p:spTree>
    <p:extLst>
      <p:ext uri="{BB962C8B-B14F-4D97-AF65-F5344CB8AC3E}">
        <p14:creationId xmlns:p14="http://schemas.microsoft.com/office/powerpoint/2010/main" val="3249595749"/>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EF5EC-B9AE-DE35-6973-331BE3768CB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A1B07B3-C69F-5929-840B-898F432D0FE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C3586D8-AA30-9CE8-BE60-E04E8C71457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B0B57B8-6FB6-543F-F66E-3C989E61873A}"/>
              </a:ext>
            </a:extLst>
          </p:cNvPr>
          <p:cNvSpPr>
            <a:spLocks noGrp="1"/>
          </p:cNvSpPr>
          <p:nvPr>
            <p:ph type="dt" sz="half" idx="10"/>
          </p:nvPr>
        </p:nvSpPr>
        <p:spPr/>
        <p:txBody>
          <a:bodyPr/>
          <a:lstStyle/>
          <a:p>
            <a:fld id="{06F99D9F-458B-2544-A1BE-F67A00C70339}" type="datetimeFigureOut">
              <a:rPr lang="en-US" smtClean="0"/>
              <a:t>11/27/2023</a:t>
            </a:fld>
            <a:endParaRPr lang="en-US"/>
          </a:p>
        </p:txBody>
      </p:sp>
      <p:sp>
        <p:nvSpPr>
          <p:cNvPr id="6" name="Footer Placeholder 5">
            <a:extLst>
              <a:ext uri="{FF2B5EF4-FFF2-40B4-BE49-F238E27FC236}">
                <a16:creationId xmlns:a16="http://schemas.microsoft.com/office/drawing/2014/main" id="{3B9D63AB-558E-7905-6E1D-0B8DE907BD4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AF71082-5131-0FD5-975D-FC8D8AF0E166}"/>
              </a:ext>
            </a:extLst>
          </p:cNvPr>
          <p:cNvSpPr>
            <a:spLocks noGrp="1"/>
          </p:cNvSpPr>
          <p:nvPr>
            <p:ph type="sldNum" sz="quarter" idx="12"/>
          </p:nvPr>
        </p:nvSpPr>
        <p:spPr/>
        <p:txBody>
          <a:bodyPr/>
          <a:lstStyle/>
          <a:p>
            <a:fld id="{6D555A84-E39A-2544-B5E9-59E609241534}" type="slidenum">
              <a:rPr lang="en-US" smtClean="0"/>
              <a:t>‹#›</a:t>
            </a:fld>
            <a:endParaRPr lang="en-US"/>
          </a:p>
        </p:txBody>
      </p:sp>
    </p:spTree>
    <p:extLst>
      <p:ext uri="{BB962C8B-B14F-4D97-AF65-F5344CB8AC3E}">
        <p14:creationId xmlns:p14="http://schemas.microsoft.com/office/powerpoint/2010/main" val="1918975645"/>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41FAE-1936-82F2-1FF3-5350A21D537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E0FA2B8-4314-A8D9-1CB2-10E35ABE0EF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A1FE69C-A81E-DDC0-F19B-A9754CF0CA8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1776FB2-88DC-60B6-6DF7-92A0DDC1EE4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5DB679D-21B6-5840-A610-CDADC8FF210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3E0E556-3043-545A-8BD1-50C3840CA7B9}"/>
              </a:ext>
            </a:extLst>
          </p:cNvPr>
          <p:cNvSpPr>
            <a:spLocks noGrp="1"/>
          </p:cNvSpPr>
          <p:nvPr>
            <p:ph type="dt" sz="half" idx="10"/>
          </p:nvPr>
        </p:nvSpPr>
        <p:spPr/>
        <p:txBody>
          <a:bodyPr/>
          <a:lstStyle/>
          <a:p>
            <a:fld id="{06F99D9F-458B-2544-A1BE-F67A00C70339}" type="datetimeFigureOut">
              <a:rPr lang="en-US" smtClean="0"/>
              <a:t>11/27/2023</a:t>
            </a:fld>
            <a:endParaRPr lang="en-US"/>
          </a:p>
        </p:txBody>
      </p:sp>
      <p:sp>
        <p:nvSpPr>
          <p:cNvPr id="8" name="Footer Placeholder 7">
            <a:extLst>
              <a:ext uri="{FF2B5EF4-FFF2-40B4-BE49-F238E27FC236}">
                <a16:creationId xmlns:a16="http://schemas.microsoft.com/office/drawing/2014/main" id="{2AE1D35A-3A13-1BF1-A70C-E6B024B03D2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AC921B8-C0A1-BB14-3F3C-6483A6F8D8CF}"/>
              </a:ext>
            </a:extLst>
          </p:cNvPr>
          <p:cNvSpPr>
            <a:spLocks noGrp="1"/>
          </p:cNvSpPr>
          <p:nvPr>
            <p:ph type="sldNum" sz="quarter" idx="12"/>
          </p:nvPr>
        </p:nvSpPr>
        <p:spPr/>
        <p:txBody>
          <a:bodyPr/>
          <a:lstStyle/>
          <a:p>
            <a:fld id="{6D555A84-E39A-2544-B5E9-59E609241534}" type="slidenum">
              <a:rPr lang="en-US" smtClean="0"/>
              <a:t>‹#›</a:t>
            </a:fld>
            <a:endParaRPr lang="en-US"/>
          </a:p>
        </p:txBody>
      </p:sp>
    </p:spTree>
    <p:extLst>
      <p:ext uri="{BB962C8B-B14F-4D97-AF65-F5344CB8AC3E}">
        <p14:creationId xmlns:p14="http://schemas.microsoft.com/office/powerpoint/2010/main" val="2317638110"/>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2C441-984A-3819-BC07-C31C8D98EBC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1474E8D-1A68-FC4F-B3D4-2D6448A8D6C6}"/>
              </a:ext>
            </a:extLst>
          </p:cNvPr>
          <p:cNvSpPr>
            <a:spLocks noGrp="1"/>
          </p:cNvSpPr>
          <p:nvPr>
            <p:ph type="dt" sz="half" idx="10"/>
          </p:nvPr>
        </p:nvSpPr>
        <p:spPr/>
        <p:txBody>
          <a:bodyPr/>
          <a:lstStyle/>
          <a:p>
            <a:fld id="{06F99D9F-458B-2544-A1BE-F67A00C70339}" type="datetimeFigureOut">
              <a:rPr lang="en-US" smtClean="0"/>
              <a:t>11/27/2023</a:t>
            </a:fld>
            <a:endParaRPr lang="en-US"/>
          </a:p>
        </p:txBody>
      </p:sp>
      <p:sp>
        <p:nvSpPr>
          <p:cNvPr id="4" name="Footer Placeholder 3">
            <a:extLst>
              <a:ext uri="{FF2B5EF4-FFF2-40B4-BE49-F238E27FC236}">
                <a16:creationId xmlns:a16="http://schemas.microsoft.com/office/drawing/2014/main" id="{298C20D1-30E2-819B-4F25-97347C3F572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E8376AE-E459-DC78-DA89-03F07A7DAB5C}"/>
              </a:ext>
            </a:extLst>
          </p:cNvPr>
          <p:cNvSpPr>
            <a:spLocks noGrp="1"/>
          </p:cNvSpPr>
          <p:nvPr>
            <p:ph type="sldNum" sz="quarter" idx="12"/>
          </p:nvPr>
        </p:nvSpPr>
        <p:spPr/>
        <p:txBody>
          <a:bodyPr/>
          <a:lstStyle/>
          <a:p>
            <a:fld id="{6D555A84-E39A-2544-B5E9-59E609241534}" type="slidenum">
              <a:rPr lang="en-US" smtClean="0"/>
              <a:t>‹#›</a:t>
            </a:fld>
            <a:endParaRPr lang="en-US"/>
          </a:p>
        </p:txBody>
      </p:sp>
    </p:spTree>
    <p:extLst>
      <p:ext uri="{BB962C8B-B14F-4D97-AF65-F5344CB8AC3E}">
        <p14:creationId xmlns:p14="http://schemas.microsoft.com/office/powerpoint/2010/main" val="4229014480"/>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1CA4E81-6FD1-B0B3-99D5-A58B0112930C}"/>
              </a:ext>
            </a:extLst>
          </p:cNvPr>
          <p:cNvSpPr>
            <a:spLocks noGrp="1"/>
          </p:cNvSpPr>
          <p:nvPr>
            <p:ph type="dt" sz="half" idx="10"/>
          </p:nvPr>
        </p:nvSpPr>
        <p:spPr/>
        <p:txBody>
          <a:bodyPr/>
          <a:lstStyle/>
          <a:p>
            <a:fld id="{06F99D9F-458B-2544-A1BE-F67A00C70339}" type="datetimeFigureOut">
              <a:rPr lang="en-US" smtClean="0"/>
              <a:t>11/27/2023</a:t>
            </a:fld>
            <a:endParaRPr lang="en-US"/>
          </a:p>
        </p:txBody>
      </p:sp>
      <p:sp>
        <p:nvSpPr>
          <p:cNvPr id="3" name="Footer Placeholder 2">
            <a:extLst>
              <a:ext uri="{FF2B5EF4-FFF2-40B4-BE49-F238E27FC236}">
                <a16:creationId xmlns:a16="http://schemas.microsoft.com/office/drawing/2014/main" id="{9377728B-2801-C26C-AA0D-D837C7338DE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BA89D71-9FB7-DEE5-590E-33943C5EA54D}"/>
              </a:ext>
            </a:extLst>
          </p:cNvPr>
          <p:cNvSpPr>
            <a:spLocks noGrp="1"/>
          </p:cNvSpPr>
          <p:nvPr>
            <p:ph type="sldNum" sz="quarter" idx="12"/>
          </p:nvPr>
        </p:nvSpPr>
        <p:spPr/>
        <p:txBody>
          <a:bodyPr/>
          <a:lstStyle/>
          <a:p>
            <a:fld id="{6D555A84-E39A-2544-B5E9-59E609241534}" type="slidenum">
              <a:rPr lang="en-US" smtClean="0"/>
              <a:t>‹#›</a:t>
            </a:fld>
            <a:endParaRPr lang="en-US"/>
          </a:p>
        </p:txBody>
      </p:sp>
    </p:spTree>
    <p:extLst>
      <p:ext uri="{BB962C8B-B14F-4D97-AF65-F5344CB8AC3E}">
        <p14:creationId xmlns:p14="http://schemas.microsoft.com/office/powerpoint/2010/main" val="2197987828"/>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DE514-E76B-5BE1-8BF5-604C33286E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438DAD1-FEA9-128D-185D-77C5574941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7794146-1BC7-CBE3-836C-C7C8D978B9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22E978-A100-D10B-252E-ABBFA0411D98}"/>
              </a:ext>
            </a:extLst>
          </p:cNvPr>
          <p:cNvSpPr>
            <a:spLocks noGrp="1"/>
          </p:cNvSpPr>
          <p:nvPr>
            <p:ph type="dt" sz="half" idx="10"/>
          </p:nvPr>
        </p:nvSpPr>
        <p:spPr/>
        <p:txBody>
          <a:bodyPr/>
          <a:lstStyle/>
          <a:p>
            <a:fld id="{06F99D9F-458B-2544-A1BE-F67A00C70339}" type="datetimeFigureOut">
              <a:rPr lang="en-US" smtClean="0"/>
              <a:t>11/27/2023</a:t>
            </a:fld>
            <a:endParaRPr lang="en-US"/>
          </a:p>
        </p:txBody>
      </p:sp>
      <p:sp>
        <p:nvSpPr>
          <p:cNvPr id="6" name="Footer Placeholder 5">
            <a:extLst>
              <a:ext uri="{FF2B5EF4-FFF2-40B4-BE49-F238E27FC236}">
                <a16:creationId xmlns:a16="http://schemas.microsoft.com/office/drawing/2014/main" id="{89975185-1A66-25D5-7BAC-52A0A258DE1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BA732CC-4C61-1734-9793-D8FE62EC1FC0}"/>
              </a:ext>
            </a:extLst>
          </p:cNvPr>
          <p:cNvSpPr>
            <a:spLocks noGrp="1"/>
          </p:cNvSpPr>
          <p:nvPr>
            <p:ph type="sldNum" sz="quarter" idx="12"/>
          </p:nvPr>
        </p:nvSpPr>
        <p:spPr/>
        <p:txBody>
          <a:bodyPr/>
          <a:lstStyle/>
          <a:p>
            <a:fld id="{6D555A84-E39A-2544-B5E9-59E609241534}" type="slidenum">
              <a:rPr lang="en-US" smtClean="0"/>
              <a:t>‹#›</a:t>
            </a:fld>
            <a:endParaRPr lang="en-US"/>
          </a:p>
        </p:txBody>
      </p:sp>
    </p:spTree>
    <p:extLst>
      <p:ext uri="{BB962C8B-B14F-4D97-AF65-F5344CB8AC3E}">
        <p14:creationId xmlns:p14="http://schemas.microsoft.com/office/powerpoint/2010/main" val="964328728"/>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4425F-B6FD-4FD4-0956-4E0ABFDC8B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9CE7A40-D970-DD29-984B-7893C107448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FF367F-49AC-C19E-79C8-6C7B2191A2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182CF03-B055-BAF9-4F90-D26E39C390A5}"/>
              </a:ext>
            </a:extLst>
          </p:cNvPr>
          <p:cNvSpPr>
            <a:spLocks noGrp="1"/>
          </p:cNvSpPr>
          <p:nvPr>
            <p:ph type="dt" sz="half" idx="10"/>
          </p:nvPr>
        </p:nvSpPr>
        <p:spPr/>
        <p:txBody>
          <a:bodyPr/>
          <a:lstStyle/>
          <a:p>
            <a:fld id="{06F99D9F-458B-2544-A1BE-F67A00C70339}" type="datetimeFigureOut">
              <a:rPr lang="en-US" smtClean="0"/>
              <a:t>11/27/2023</a:t>
            </a:fld>
            <a:endParaRPr lang="en-US"/>
          </a:p>
        </p:txBody>
      </p:sp>
      <p:sp>
        <p:nvSpPr>
          <p:cNvPr id="6" name="Footer Placeholder 5">
            <a:extLst>
              <a:ext uri="{FF2B5EF4-FFF2-40B4-BE49-F238E27FC236}">
                <a16:creationId xmlns:a16="http://schemas.microsoft.com/office/drawing/2014/main" id="{F84F3884-E0D6-E6D6-2061-49224468BDC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A0C39EA-5433-5AF9-4080-C1E41CA8D16B}"/>
              </a:ext>
            </a:extLst>
          </p:cNvPr>
          <p:cNvSpPr>
            <a:spLocks noGrp="1"/>
          </p:cNvSpPr>
          <p:nvPr>
            <p:ph type="sldNum" sz="quarter" idx="12"/>
          </p:nvPr>
        </p:nvSpPr>
        <p:spPr/>
        <p:txBody>
          <a:bodyPr/>
          <a:lstStyle/>
          <a:p>
            <a:fld id="{6D555A84-E39A-2544-B5E9-59E609241534}" type="slidenum">
              <a:rPr lang="en-US" smtClean="0"/>
              <a:t>‹#›</a:t>
            </a:fld>
            <a:endParaRPr lang="en-US"/>
          </a:p>
        </p:txBody>
      </p:sp>
    </p:spTree>
    <p:extLst>
      <p:ext uri="{BB962C8B-B14F-4D97-AF65-F5344CB8AC3E}">
        <p14:creationId xmlns:p14="http://schemas.microsoft.com/office/powerpoint/2010/main" val="3868382867"/>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BDB20-55B1-A069-1CB8-D574EF0F36C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EADB987-A725-67B0-8D46-BDCC824784D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3FF1C1-7C7D-075E-8F3B-1073CB58C64A}"/>
              </a:ext>
            </a:extLst>
          </p:cNvPr>
          <p:cNvSpPr>
            <a:spLocks noGrp="1"/>
          </p:cNvSpPr>
          <p:nvPr>
            <p:ph type="dt" sz="half" idx="10"/>
          </p:nvPr>
        </p:nvSpPr>
        <p:spPr/>
        <p:txBody>
          <a:bodyPr/>
          <a:lstStyle/>
          <a:p>
            <a:fld id="{06F99D9F-458B-2544-A1BE-F67A00C70339}" type="datetimeFigureOut">
              <a:rPr lang="en-US" smtClean="0"/>
              <a:t>11/27/2023</a:t>
            </a:fld>
            <a:endParaRPr lang="en-US"/>
          </a:p>
        </p:txBody>
      </p:sp>
      <p:sp>
        <p:nvSpPr>
          <p:cNvPr id="5" name="Footer Placeholder 4">
            <a:extLst>
              <a:ext uri="{FF2B5EF4-FFF2-40B4-BE49-F238E27FC236}">
                <a16:creationId xmlns:a16="http://schemas.microsoft.com/office/drawing/2014/main" id="{5C47404C-E18D-C7D7-0BAE-289B8278F2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5E2155-7FBD-1EF2-1ED2-D4D09388C86A}"/>
              </a:ext>
            </a:extLst>
          </p:cNvPr>
          <p:cNvSpPr>
            <a:spLocks noGrp="1"/>
          </p:cNvSpPr>
          <p:nvPr>
            <p:ph type="sldNum" sz="quarter" idx="12"/>
          </p:nvPr>
        </p:nvSpPr>
        <p:spPr/>
        <p:txBody>
          <a:bodyPr/>
          <a:lstStyle/>
          <a:p>
            <a:fld id="{6D555A84-E39A-2544-B5E9-59E609241534}" type="slidenum">
              <a:rPr lang="en-US" smtClean="0"/>
              <a:t>‹#›</a:t>
            </a:fld>
            <a:endParaRPr lang="en-US"/>
          </a:p>
        </p:txBody>
      </p:sp>
    </p:spTree>
    <p:extLst>
      <p:ext uri="{BB962C8B-B14F-4D97-AF65-F5344CB8AC3E}">
        <p14:creationId xmlns:p14="http://schemas.microsoft.com/office/powerpoint/2010/main" val="1237466741"/>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B9559A7-DEEA-45A4-F76F-04B51E59899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5C7D051-0C67-EB20-515E-ECE639CA22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CE341B-0675-CCBB-7425-FD16F4597554}"/>
              </a:ext>
            </a:extLst>
          </p:cNvPr>
          <p:cNvSpPr>
            <a:spLocks noGrp="1"/>
          </p:cNvSpPr>
          <p:nvPr>
            <p:ph type="dt" sz="half" idx="10"/>
          </p:nvPr>
        </p:nvSpPr>
        <p:spPr/>
        <p:txBody>
          <a:bodyPr/>
          <a:lstStyle/>
          <a:p>
            <a:fld id="{06F99D9F-458B-2544-A1BE-F67A00C70339}" type="datetimeFigureOut">
              <a:rPr lang="en-US" smtClean="0"/>
              <a:t>11/27/2023</a:t>
            </a:fld>
            <a:endParaRPr lang="en-US"/>
          </a:p>
        </p:txBody>
      </p:sp>
      <p:sp>
        <p:nvSpPr>
          <p:cNvPr id="5" name="Footer Placeholder 4">
            <a:extLst>
              <a:ext uri="{FF2B5EF4-FFF2-40B4-BE49-F238E27FC236}">
                <a16:creationId xmlns:a16="http://schemas.microsoft.com/office/drawing/2014/main" id="{CFA24BE2-6579-BACE-4354-47C51C3891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F54FCA-4D98-439E-7688-C3808A68A5EC}"/>
              </a:ext>
            </a:extLst>
          </p:cNvPr>
          <p:cNvSpPr>
            <a:spLocks noGrp="1"/>
          </p:cNvSpPr>
          <p:nvPr>
            <p:ph type="sldNum" sz="quarter" idx="12"/>
          </p:nvPr>
        </p:nvSpPr>
        <p:spPr/>
        <p:txBody>
          <a:bodyPr/>
          <a:lstStyle/>
          <a:p>
            <a:fld id="{6D555A84-E39A-2544-B5E9-59E609241534}" type="slidenum">
              <a:rPr lang="en-US" smtClean="0"/>
              <a:t>‹#›</a:t>
            </a:fld>
            <a:endParaRPr lang="en-US"/>
          </a:p>
        </p:txBody>
      </p:sp>
    </p:spTree>
    <p:extLst>
      <p:ext uri="{BB962C8B-B14F-4D97-AF65-F5344CB8AC3E}">
        <p14:creationId xmlns:p14="http://schemas.microsoft.com/office/powerpoint/2010/main" val="1818170677"/>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98E72F3-62F3-D0A3-1340-A1ED89BFD1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5F8A637-3C49-77FB-417E-66129954972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AD605FC-C1B1-4442-2961-F829E1DC844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6F99D9F-458B-2544-A1BE-F67A00C70339}" type="datetimeFigureOut">
              <a:rPr lang="en-US" smtClean="0"/>
              <a:t>11/27/2023</a:t>
            </a:fld>
            <a:endParaRPr lang="en-US"/>
          </a:p>
        </p:txBody>
      </p:sp>
      <p:sp>
        <p:nvSpPr>
          <p:cNvPr id="5" name="Footer Placeholder 4">
            <a:extLst>
              <a:ext uri="{FF2B5EF4-FFF2-40B4-BE49-F238E27FC236}">
                <a16:creationId xmlns:a16="http://schemas.microsoft.com/office/drawing/2014/main" id="{CAB286BB-B5CA-49FF-5377-0CC61DAFF4B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 name="Slide Number Placeholder 5">
            <a:extLst>
              <a:ext uri="{FF2B5EF4-FFF2-40B4-BE49-F238E27FC236}">
                <a16:creationId xmlns:a16="http://schemas.microsoft.com/office/drawing/2014/main" id="{2E60B986-1DF3-9D89-DE49-32C989A8EA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D555A84-E39A-2544-B5E9-59E609241534}" type="slidenum">
              <a:rPr lang="en-US" smtClean="0"/>
              <a:t>‹#›</a:t>
            </a:fld>
            <a:endParaRPr lang="en-US"/>
          </a:p>
        </p:txBody>
      </p:sp>
    </p:spTree>
    <p:extLst>
      <p:ext uri="{BB962C8B-B14F-4D97-AF65-F5344CB8AC3E}">
        <p14:creationId xmlns:p14="http://schemas.microsoft.com/office/powerpoint/2010/main" val="2585715431"/>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2.xml" /></Relationships>
</file>

<file path=ppt/slides/_rels/slide2.xml.rels><?xml version="1.0" encoding="UTF-8" standalone="yes"?>
<Relationships xmlns="http://schemas.openxmlformats.org/package/2006/relationships"><Relationship Id="rId3" Type="http://schemas.openxmlformats.org/officeDocument/2006/relationships/image" Target="../media/image3.jpeg" /><Relationship Id="rId2" Type="http://schemas.openxmlformats.org/officeDocument/2006/relationships/image" Target="../media/image2.jpeg" /><Relationship Id="rId1" Type="http://schemas.openxmlformats.org/officeDocument/2006/relationships/slideLayout" Target="../slideLayouts/slideLayout2.xml" /><Relationship Id="rId6" Type="http://schemas.openxmlformats.org/officeDocument/2006/relationships/image" Target="../media/image6.png" /><Relationship Id="rId5" Type="http://schemas.openxmlformats.org/officeDocument/2006/relationships/image" Target="../media/image5.jpeg" /><Relationship Id="rId4" Type="http://schemas.openxmlformats.org/officeDocument/2006/relationships/image" Target="../media/image4.gif" /></Relationships>
</file>

<file path=ppt/slides/_rels/slide3.xml.rels><?xml version="1.0" encoding="UTF-8" standalone="yes"?>
<Relationships xmlns="http://schemas.openxmlformats.org/package/2006/relationships"><Relationship Id="rId8" Type="http://schemas.microsoft.com/office/2007/relationships/diagramDrawing" Target="../diagrams/drawing1.xml" /><Relationship Id="rId13" Type="http://schemas.microsoft.com/office/2007/relationships/diagramDrawing" Target="../diagrams/drawing2.xml" /><Relationship Id="rId3" Type="http://schemas.openxmlformats.org/officeDocument/2006/relationships/image" Target="../media/image8.jpeg" /><Relationship Id="rId7" Type="http://schemas.openxmlformats.org/officeDocument/2006/relationships/diagramColors" Target="../diagrams/colors1.xml" /><Relationship Id="rId12" Type="http://schemas.openxmlformats.org/officeDocument/2006/relationships/diagramColors" Target="../diagrams/colors2.xml" /><Relationship Id="rId2" Type="http://schemas.openxmlformats.org/officeDocument/2006/relationships/image" Target="../media/image7.jpeg" /><Relationship Id="rId1" Type="http://schemas.openxmlformats.org/officeDocument/2006/relationships/slideLayout" Target="../slideLayouts/slideLayout7.xml" /><Relationship Id="rId6" Type="http://schemas.openxmlformats.org/officeDocument/2006/relationships/diagramQuickStyle" Target="../diagrams/quickStyle1.xml" /><Relationship Id="rId11" Type="http://schemas.openxmlformats.org/officeDocument/2006/relationships/diagramQuickStyle" Target="../diagrams/quickStyle2.xml" /><Relationship Id="rId5" Type="http://schemas.openxmlformats.org/officeDocument/2006/relationships/diagramLayout" Target="../diagrams/layout1.xml" /><Relationship Id="rId10" Type="http://schemas.openxmlformats.org/officeDocument/2006/relationships/diagramLayout" Target="../diagrams/layout2.xml" /><Relationship Id="rId4" Type="http://schemas.openxmlformats.org/officeDocument/2006/relationships/diagramData" Target="../diagrams/data1.xml" /><Relationship Id="rId9" Type="http://schemas.openxmlformats.org/officeDocument/2006/relationships/diagramData" Target="../diagrams/data2.xml" /></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 /><Relationship Id="rId7" Type="http://schemas.microsoft.com/office/2007/relationships/diagramDrawing" Target="../diagrams/drawing3.xml" /><Relationship Id="rId2" Type="http://schemas.openxmlformats.org/officeDocument/2006/relationships/image" Target="../media/image14.png" /><Relationship Id="rId1" Type="http://schemas.openxmlformats.org/officeDocument/2006/relationships/slideLayout" Target="../slideLayouts/slideLayout7.xml" /><Relationship Id="rId6" Type="http://schemas.openxmlformats.org/officeDocument/2006/relationships/diagramColors" Target="../diagrams/colors3.xml" /><Relationship Id="rId5" Type="http://schemas.openxmlformats.org/officeDocument/2006/relationships/diagramQuickStyle" Target="../diagrams/quickStyle3.xml" /><Relationship Id="rId4" Type="http://schemas.openxmlformats.org/officeDocument/2006/relationships/diagramLayout" Target="../diagrams/layout3.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4.xml" /><Relationship Id="rId2" Type="http://schemas.openxmlformats.org/officeDocument/2006/relationships/diagramData" Target="../diagrams/data4.xml" /><Relationship Id="rId1" Type="http://schemas.openxmlformats.org/officeDocument/2006/relationships/slideLayout" Target="../slideLayouts/slideLayout2.xml" /><Relationship Id="rId6" Type="http://schemas.microsoft.com/office/2007/relationships/diagramDrawing" Target="../diagrams/drawing4.xml" /><Relationship Id="rId5" Type="http://schemas.openxmlformats.org/officeDocument/2006/relationships/diagramColors" Target="../diagrams/colors4.xml" /><Relationship Id="rId4" Type="http://schemas.openxmlformats.org/officeDocument/2006/relationships/diagramQuickStyle" Target="../diagrams/quickStyle4.xml" /></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5.xml" /><Relationship Id="rId2" Type="http://schemas.openxmlformats.org/officeDocument/2006/relationships/diagramData" Target="../diagrams/data5.xml" /><Relationship Id="rId1" Type="http://schemas.openxmlformats.org/officeDocument/2006/relationships/slideLayout" Target="../slideLayouts/slideLayout2.xml" /><Relationship Id="rId6" Type="http://schemas.microsoft.com/office/2007/relationships/diagramDrawing" Target="../diagrams/drawing5.xml" /><Relationship Id="rId5" Type="http://schemas.openxmlformats.org/officeDocument/2006/relationships/diagramColors" Target="../diagrams/colors5.xml" /><Relationship Id="rId4" Type="http://schemas.openxmlformats.org/officeDocument/2006/relationships/diagramQuickStyle" Target="../diagrams/quickStyle5.xml" /></Relationships>
</file>

<file path=ppt/slides/_rels/slide8.xml.rels><?xml version="1.0" encoding="UTF-8" standalone="yes"?>
<Relationships xmlns="http://schemas.openxmlformats.org/package/2006/relationships"><Relationship Id="rId2" Type="http://schemas.openxmlformats.org/officeDocument/2006/relationships/image" Target="../media/image15.png"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2" Type="http://schemas.openxmlformats.org/officeDocument/2006/relationships/image" Target="../media/image16.png"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3.xml.rels><?xml version="1.0" encoding="UTF-8" standalone="yes"?>
<Relationships xmlns="http://schemas.openxmlformats.org/package/2006/relationships"><Relationship Id="rId2" Type="http://schemas.openxmlformats.org/officeDocument/2006/relationships/image" Target="../media/image17.jpeg" /><Relationship Id="rId1" Type="http://schemas.openxmlformats.org/officeDocument/2006/relationships/slideLayout" Target="../slideLayouts/slideLayout7.xml" /></Relationships>
</file>

<file path=ppt/slides/_rels/slide14.xml.rels><?xml version="1.0" encoding="UTF-8" standalone="yes"?>
<Relationships xmlns="http://schemas.openxmlformats.org/package/2006/relationships"><Relationship Id="rId2" Type="http://schemas.openxmlformats.org/officeDocument/2006/relationships/image" Target="../media/image18.png" /><Relationship Id="rId1" Type="http://schemas.openxmlformats.org/officeDocument/2006/relationships/slideLayout" Target="../slideLayouts/slideLayout1.xml" /></Relationships>
</file>

<file path=ppt/slides/_rels/slide15.xml.rels><?xml version="1.0" encoding="UTF-8" standalone="yes"?>
<Relationships xmlns="http://schemas.openxmlformats.org/package/2006/relationships"><Relationship Id="rId2" Type="http://schemas.openxmlformats.org/officeDocument/2006/relationships/image" Target="../media/image19.png" /><Relationship Id="rId1" Type="http://schemas.openxmlformats.org/officeDocument/2006/relationships/slideLayout" Target="../slideLayouts/slideLayout1.xml" /></Relationships>
</file>

<file path=ppt/slides/_rels/slide16.xml.rels><?xml version="1.0" encoding="UTF-8" standalone="yes"?>
<Relationships xmlns="http://schemas.openxmlformats.org/package/2006/relationships"><Relationship Id="rId2" Type="http://schemas.openxmlformats.org/officeDocument/2006/relationships/image" Target="../media/image19.png" /><Relationship Id="rId1" Type="http://schemas.openxmlformats.org/officeDocument/2006/relationships/slideLayout" Target="../slideLayouts/slideLayout1.xml" /></Relationships>
</file>

<file path=ppt/slides/_rels/slide17.xml.rels><?xml version="1.0" encoding="UTF-8" standalone="yes"?>
<Relationships xmlns="http://schemas.openxmlformats.org/package/2006/relationships"><Relationship Id="rId2" Type="http://schemas.openxmlformats.org/officeDocument/2006/relationships/image" Target="../media/image20.jpeg" /><Relationship Id="rId1" Type="http://schemas.openxmlformats.org/officeDocument/2006/relationships/slideLayout" Target="../slideLayouts/slideLayout7.xml" /></Relationships>
</file>

<file path=ppt/slides/_rels/slide18.xml.rels><?xml version="1.0" encoding="UTF-8" standalone="yes"?>
<Relationships xmlns="http://schemas.openxmlformats.org/package/2006/relationships"><Relationship Id="rId2" Type="http://schemas.openxmlformats.org/officeDocument/2006/relationships/image" Target="../media/image20.jpeg" /><Relationship Id="rId1" Type="http://schemas.openxmlformats.org/officeDocument/2006/relationships/slideLayout" Target="../slideLayouts/slideLayout7.xml" /></Relationships>
</file>

<file path=ppt/slides/_rels/slide19.xml.rels><?xml version="1.0" encoding="UTF-8" standalone="yes"?>
<Relationships xmlns="http://schemas.openxmlformats.org/package/2006/relationships"><Relationship Id="rId2" Type="http://schemas.openxmlformats.org/officeDocument/2006/relationships/image" Target="../media/image20.jpeg" /><Relationship Id="rId1" Type="http://schemas.openxmlformats.org/officeDocument/2006/relationships/slideLayout" Target="../slideLayouts/slideLayout7.xml" /></Relationships>
</file>

<file path=ppt/slides/_rels/slide20.xml.rels><?xml version="1.0" encoding="UTF-8" standalone="yes"?>
<Relationships xmlns="http://schemas.openxmlformats.org/package/2006/relationships"><Relationship Id="rId2" Type="http://schemas.openxmlformats.org/officeDocument/2006/relationships/image" Target="../media/image20.jpeg" /><Relationship Id="rId1" Type="http://schemas.openxmlformats.org/officeDocument/2006/relationships/slideLayout" Target="../slideLayouts/slideLayout7.xml" /></Relationships>
</file>

<file path=ppt/slides/_rels/slide21.xml.rels><?xml version="1.0" encoding="UTF-8" standalone="yes"?>
<Relationships xmlns="http://schemas.openxmlformats.org/package/2006/relationships"><Relationship Id="rId2" Type="http://schemas.openxmlformats.org/officeDocument/2006/relationships/image" Target="../media/image20.jpeg" /><Relationship Id="rId1" Type="http://schemas.openxmlformats.org/officeDocument/2006/relationships/slideLayout" Target="../slideLayouts/slideLayout7.xml" /></Relationships>
</file>

<file path=ppt/slides/_rels/slide22.xml.rels><?xml version="1.0" encoding="UTF-8" standalone="yes"?>
<Relationships xmlns="http://schemas.openxmlformats.org/package/2006/relationships"><Relationship Id="rId2" Type="http://schemas.openxmlformats.org/officeDocument/2006/relationships/image" Target="../media/image21.png" /><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0"/>
                <a:lumOff val="100000"/>
                <a:alpha val="63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9" name="Slide Background">
            <a:extLst>
              <a:ext uri="{FF2B5EF4-FFF2-40B4-BE49-F238E27FC236}">
                <a16:creationId xmlns:a16="http://schemas.microsoft.com/office/drawing/2014/main" id="{7DE220E6-BA55-4F04-B3C4-F4985F3E7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0" name="tint">
            <a:extLst>
              <a:ext uri="{FF2B5EF4-FFF2-40B4-BE49-F238E27FC236}">
                <a16:creationId xmlns:a16="http://schemas.microsoft.com/office/drawing/2014/main" id="{5AE190BC-D2FD-433E-AB89-0DF68EFD6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5644" y="0"/>
            <a:ext cx="1046356" cy="6858000"/>
          </a:xfrm>
          <a:prstGeom prst="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useBgFill="1">
        <p:nvSpPr>
          <p:cNvPr id="41" name="Rectangle 40">
            <a:extLst>
              <a:ext uri="{FF2B5EF4-FFF2-40B4-BE49-F238E27FC236}">
                <a16:creationId xmlns:a16="http://schemas.microsoft.com/office/drawing/2014/main" id="{43E8FEA2-54EE-4F84-B5DB-A055A7D805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16444" y="0"/>
            <a:ext cx="6075554" cy="6858000"/>
          </a:xfrm>
          <a:prstGeom prst="rect">
            <a:avLst/>
          </a:prstGeom>
          <a:ln>
            <a:noFill/>
          </a:ln>
          <a:effectLst>
            <a:outerShdw blurRad="508000" dist="190500" dir="5460000" sx="93000" sy="93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816432" y="762001"/>
            <a:ext cx="4554680" cy="1708243"/>
          </a:xfrm>
        </p:spPr>
        <p:txBody>
          <a:bodyPr anchor="ctr">
            <a:normAutofit fontScale="90000"/>
          </a:bodyPr>
          <a:lstStyle/>
          <a:p>
            <a:r>
              <a:rPr lang="en-US" sz="3700" b="1" u="sng" dirty="0">
                <a:solidFill>
                  <a:srgbClr val="00B050"/>
                </a:solidFill>
                <a:latin typeface="Times New Roman" panose="02020603050405020304" pitchFamily="18" charset="0"/>
                <a:cs typeface="Times New Roman" panose="02020603050405020304" pitchFamily="18" charset="0"/>
              </a:rPr>
              <a:t>LITTLE SPROUTS –NURTURING HEALTHY CHAMPS</a:t>
            </a:r>
          </a:p>
        </p:txBody>
      </p:sp>
      <p:pic>
        <p:nvPicPr>
          <p:cNvPr id="6" name="Picture 5" descr="A person running next to a cellphone&#10;&#10;Description automatically generated">
            <a:extLst>
              <a:ext uri="{FF2B5EF4-FFF2-40B4-BE49-F238E27FC236}">
                <a16:creationId xmlns:a16="http://schemas.microsoft.com/office/drawing/2014/main" id="{F4BC6A68-44BE-DF2C-126A-10C4AE76257C}"/>
              </a:ext>
            </a:extLst>
          </p:cNvPr>
          <p:cNvPicPr>
            <a:picLocks noChangeAspect="1"/>
          </p:cNvPicPr>
          <p:nvPr/>
        </p:nvPicPr>
        <p:blipFill rotWithShape="1">
          <a:blip r:embed="rId2">
            <a:extLst>
              <a:ext uri="{28A0092B-C50C-407E-A947-70E740481C1C}">
                <a14:useLocalDpi xmlns:a14="http://schemas.microsoft.com/office/drawing/2010/main" val="0"/>
              </a:ext>
            </a:extLst>
          </a:blip>
          <a:srcRect l="17226" r="3462" b="-4"/>
          <a:stretch/>
        </p:blipFill>
        <p:spPr>
          <a:xfrm>
            <a:off x="448075" y="272955"/>
            <a:ext cx="6075554" cy="6387152"/>
          </a:xfrm>
          <a:prstGeom prst="rect">
            <a:avLst/>
          </a:prstGeom>
        </p:spPr>
      </p:pic>
      <p:sp>
        <p:nvSpPr>
          <p:cNvPr id="42" name="Content Placeholder 2"/>
          <p:cNvSpPr>
            <a:spLocks noGrp="1"/>
          </p:cNvSpPr>
          <p:nvPr>
            <p:ph idx="1"/>
          </p:nvPr>
        </p:nvSpPr>
        <p:spPr>
          <a:xfrm>
            <a:off x="6816432" y="2470244"/>
            <a:ext cx="4554680" cy="3769835"/>
          </a:xfrm>
        </p:spPr>
        <p:txBody>
          <a:bodyPr anchor="ctr">
            <a:normAutofit/>
          </a:bodyPr>
          <a:lstStyle/>
          <a:p>
            <a:pPr marL="0" indent="0">
              <a:buNone/>
            </a:pPr>
            <a:r>
              <a:rPr lang="en-US" sz="2000" dirty="0">
                <a:solidFill>
                  <a:schemeClr val="accent2">
                    <a:lumMod val="75000"/>
                  </a:schemeClr>
                </a:solidFill>
              </a:rPr>
              <a:t>Team 2:</a:t>
            </a:r>
          </a:p>
          <a:p>
            <a:pPr marL="0" indent="0">
              <a:buNone/>
            </a:pPr>
            <a:r>
              <a:rPr lang="en-US" sz="2000" dirty="0">
                <a:solidFill>
                  <a:schemeClr val="accent2">
                    <a:lumMod val="75000"/>
                  </a:schemeClr>
                </a:solidFill>
              </a:rPr>
              <a:t>1.Pavithra Kadri</a:t>
            </a:r>
          </a:p>
          <a:p>
            <a:pPr marL="0" indent="0">
              <a:buNone/>
            </a:pPr>
            <a:r>
              <a:rPr lang="en-US" sz="2000" dirty="0">
                <a:solidFill>
                  <a:schemeClr val="accent2">
                    <a:lumMod val="75000"/>
                  </a:schemeClr>
                </a:solidFill>
              </a:rPr>
              <a:t>2. Priyanka Reddy Kuta</a:t>
            </a:r>
          </a:p>
          <a:p>
            <a:pPr marL="0" indent="0">
              <a:buNone/>
            </a:pPr>
            <a:r>
              <a:rPr lang="en-US" sz="2000" dirty="0">
                <a:solidFill>
                  <a:schemeClr val="accent2">
                    <a:lumMod val="75000"/>
                  </a:schemeClr>
                </a:solidFill>
              </a:rPr>
              <a:t>3. </a:t>
            </a:r>
            <a:r>
              <a:rPr lang="en-US" sz="2000" dirty="0" err="1">
                <a:solidFill>
                  <a:schemeClr val="accent2">
                    <a:lumMod val="75000"/>
                  </a:schemeClr>
                </a:solidFill>
              </a:rPr>
              <a:t>Yashita</a:t>
            </a:r>
            <a:r>
              <a:rPr lang="en-US" sz="2000" dirty="0">
                <a:solidFill>
                  <a:schemeClr val="accent2">
                    <a:lumMod val="75000"/>
                  </a:schemeClr>
                </a:solidFill>
              </a:rPr>
              <a:t> Raga </a:t>
            </a:r>
            <a:r>
              <a:rPr lang="en-US" sz="2000" dirty="0" err="1">
                <a:solidFill>
                  <a:schemeClr val="accent2">
                    <a:lumMod val="75000"/>
                  </a:schemeClr>
                </a:solidFill>
              </a:rPr>
              <a:t>Saranam</a:t>
            </a:r>
            <a:endParaRPr lang="en-US" sz="2000" dirty="0">
              <a:solidFill>
                <a:schemeClr val="accent2">
                  <a:lumMod val="75000"/>
                </a:schemeClr>
              </a:solidFill>
            </a:endParaRPr>
          </a:p>
          <a:p>
            <a:pPr marL="0" indent="0">
              <a:buNone/>
            </a:pPr>
            <a:r>
              <a:rPr lang="en-US" sz="2000" dirty="0">
                <a:solidFill>
                  <a:schemeClr val="accent2">
                    <a:lumMod val="75000"/>
                  </a:schemeClr>
                </a:solidFill>
              </a:rPr>
              <a:t>4. </a:t>
            </a:r>
            <a:r>
              <a:rPr lang="en-US" sz="2000" dirty="0" err="1">
                <a:solidFill>
                  <a:schemeClr val="accent2">
                    <a:lumMod val="75000"/>
                  </a:schemeClr>
                </a:solidFill>
              </a:rPr>
              <a:t>Shamily</a:t>
            </a:r>
            <a:r>
              <a:rPr lang="en-US" sz="2000" dirty="0">
                <a:solidFill>
                  <a:schemeClr val="accent2">
                    <a:lumMod val="75000"/>
                  </a:schemeClr>
                </a:solidFill>
              </a:rPr>
              <a:t> Reddy </a:t>
            </a:r>
            <a:r>
              <a:rPr lang="en-US" sz="2000" dirty="0" err="1">
                <a:solidFill>
                  <a:schemeClr val="accent2">
                    <a:lumMod val="75000"/>
                  </a:schemeClr>
                </a:solidFill>
              </a:rPr>
              <a:t>Muddam</a:t>
            </a:r>
            <a:endParaRPr lang="en-US" sz="2000" dirty="0">
              <a:solidFill>
                <a:schemeClr val="accent2">
                  <a:lumMod val="75000"/>
                </a:schemeClr>
              </a:solidFill>
            </a:endParaRPr>
          </a:p>
          <a:p>
            <a:pPr marL="0" indent="0">
              <a:buNone/>
            </a:pPr>
            <a:r>
              <a:rPr lang="en-US" sz="2000" dirty="0">
                <a:solidFill>
                  <a:schemeClr val="accent2">
                    <a:lumMod val="75000"/>
                  </a:schemeClr>
                </a:solidFill>
              </a:rPr>
              <a:t>5. Teja Pavani </a:t>
            </a:r>
            <a:r>
              <a:rPr lang="en-US" sz="2000" dirty="0" err="1">
                <a:solidFill>
                  <a:schemeClr val="accent2">
                    <a:lumMod val="75000"/>
                  </a:schemeClr>
                </a:solidFill>
              </a:rPr>
              <a:t>Jyesta</a:t>
            </a:r>
            <a:endParaRPr lang="en-US" sz="2000" dirty="0">
              <a:solidFill>
                <a:schemeClr val="accent2">
                  <a:lumMod val="75000"/>
                </a:schemeClr>
              </a:solidFill>
            </a:endParaRPr>
          </a:p>
          <a:p>
            <a:pPr marL="0" indent="0">
              <a:buNone/>
            </a:pPr>
            <a:r>
              <a:rPr lang="en-US" sz="2000" dirty="0">
                <a:solidFill>
                  <a:schemeClr val="accent2">
                    <a:lumMod val="75000"/>
                  </a:schemeClr>
                </a:solidFill>
              </a:rPr>
              <a:t>6. Hemanth Sai Kumar </a:t>
            </a:r>
            <a:r>
              <a:rPr lang="en-US" sz="2000" dirty="0" err="1">
                <a:solidFill>
                  <a:schemeClr val="accent2">
                    <a:lumMod val="75000"/>
                  </a:schemeClr>
                </a:solidFill>
              </a:rPr>
              <a:t>Gaddam</a:t>
            </a:r>
            <a:r>
              <a:rPr lang="en-US" sz="2000" dirty="0">
                <a:solidFill>
                  <a:schemeClr val="accent2">
                    <a:lumMod val="75000"/>
                  </a:schemeClr>
                </a:solidFill>
              </a:rPr>
              <a:t> </a:t>
            </a:r>
          </a:p>
          <a:p>
            <a:pPr marL="0" indent="0">
              <a:buNone/>
            </a:pPr>
            <a:r>
              <a:rPr lang="en-US" sz="2000" dirty="0">
                <a:solidFill>
                  <a:schemeClr val="accent2">
                    <a:lumMod val="75000"/>
                  </a:schemeClr>
                </a:solidFill>
              </a:rPr>
              <a:t>7. Rohith </a:t>
            </a:r>
            <a:r>
              <a:rPr lang="en-US" sz="2000" dirty="0" err="1">
                <a:solidFill>
                  <a:schemeClr val="accent2">
                    <a:lumMod val="75000"/>
                  </a:schemeClr>
                </a:solidFill>
              </a:rPr>
              <a:t>Sureddi</a:t>
            </a:r>
            <a:endParaRPr lang="en-US" sz="2000" dirty="0">
              <a:solidFill>
                <a:schemeClr val="accent2">
                  <a:lumMod val="75000"/>
                </a:schemeClr>
              </a:solidFill>
            </a:endParaRPr>
          </a:p>
        </p:txBody>
      </p:sp>
    </p:spTree>
    <p:extLst>
      <p:ext uri="{BB962C8B-B14F-4D97-AF65-F5344CB8AC3E}">
        <p14:creationId xmlns:p14="http://schemas.microsoft.com/office/powerpoint/2010/main" val="194419115"/>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43983">
              <a:srgbClr val="CDD9EF">
                <a:lumMod val="6000"/>
                <a:lumOff val="94000"/>
              </a:srgbClr>
            </a:gs>
            <a:gs pos="21978">
              <a:srgbClr val="E6ECF7"/>
            </a:gs>
            <a:gs pos="0">
              <a:schemeClr val="accent1">
                <a:lumMod val="0"/>
                <a:lumOff val="100000"/>
                <a:alpha val="63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11926" y="210524"/>
            <a:ext cx="10515600" cy="1325563"/>
          </a:xfrm>
        </p:spPr>
        <p:txBody>
          <a:bodyPr>
            <a:normAutofit fontScale="90000"/>
          </a:bodyPr>
          <a:lstStyle/>
          <a:p>
            <a:r>
              <a:rPr lang="en-US" sz="1800" b="1" dirty="0">
                <a:latin typeface="Times New Roman" panose="02020603050405020304" pitchFamily="18" charset="0"/>
                <a:cs typeface="Times New Roman" panose="02020603050405020304" pitchFamily="18" charset="0"/>
              </a:rPr>
              <a:t>BACKGROUND</a:t>
            </a:r>
            <a:r>
              <a:rPr lang="en-US" sz="1800" b="1" dirty="0"/>
              <a:t>:</a:t>
            </a:r>
            <a:r>
              <a:rPr lang="en-US" sz="1800" dirty="0"/>
              <a:t> Pediatric obesity is a significant public health concern, affecting around 17% of children in the United States and contributing to serious medical conditions such as heart disease, type 2 diabetes, and psychosocial disorders ( </a:t>
            </a:r>
            <a:r>
              <a:rPr lang="en-US" sz="1800" dirty="0" err="1"/>
              <a:t>Sanyaolu</a:t>
            </a:r>
            <a:r>
              <a:rPr lang="en-US" sz="1800" dirty="0"/>
              <a:t> </a:t>
            </a:r>
            <a:r>
              <a:rPr lang="en-US" sz="1800" dirty="0" err="1"/>
              <a:t>et.al</a:t>
            </a:r>
            <a:r>
              <a:rPr lang="en-US" sz="1800" dirty="0"/>
              <a:t>, 2019).</a:t>
            </a:r>
            <a:br>
              <a:rPr lang="en-US" dirty="0"/>
            </a:br>
            <a:endParaRPr lang="en-US" dirty="0"/>
          </a:p>
        </p:txBody>
      </p:sp>
      <p:pic>
        <p:nvPicPr>
          <p:cNvPr id="14" name="Content Placeholder 13" descr="Kurbo Health Response to Leaked White House Memo on Childhood Obesity"/>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bwMode="auto">
          <a:xfrm>
            <a:off x="838200" y="1120007"/>
            <a:ext cx="4987834" cy="2214845"/>
          </a:xfrm>
          <a:prstGeom prst="rect">
            <a:avLst/>
          </a:prstGeom>
          <a:noFill/>
          <a:ln>
            <a:noFill/>
          </a:ln>
        </p:spPr>
      </p:pic>
      <p:sp>
        <p:nvSpPr>
          <p:cNvPr id="11" name="Rectangle 10"/>
          <p:cNvSpPr/>
          <p:nvPr/>
        </p:nvSpPr>
        <p:spPr>
          <a:xfrm>
            <a:off x="115109" y="3313841"/>
            <a:ext cx="3703855" cy="619272"/>
          </a:xfrm>
          <a:prstGeom prst="rect">
            <a:avLst/>
          </a:prstGeom>
        </p:spPr>
        <p:txBody>
          <a:bodyPr wrap="square">
            <a:spAutoFit/>
          </a:bodyPr>
          <a:lstStyle/>
          <a:p>
            <a:pPr>
              <a:lnSpc>
                <a:spcPct val="107000"/>
              </a:lnSpc>
              <a:spcAft>
                <a:spcPts val="800"/>
              </a:spcAft>
            </a:pPr>
            <a:r>
              <a:rPr lang="en-US" sz="3200" b="1" dirty="0">
                <a:solidFill>
                  <a:srgbClr val="002060"/>
                </a:solidFill>
                <a:latin typeface="Calibri" panose="020F0502020204030204" pitchFamily="34" charset="0"/>
                <a:ea typeface="Calibri" panose="020F0502020204030204" pitchFamily="34" charset="0"/>
                <a:cs typeface="Times New Roman" panose="02020603050405020304" pitchFamily="18" charset="0"/>
              </a:rPr>
              <a:t>   About the Project</a:t>
            </a:r>
            <a:endParaRPr lang="en-US" sz="3200" dirty="0">
              <a:latin typeface="Calibri" panose="020F0502020204030204" pitchFamily="34" charset="0"/>
              <a:ea typeface="Calibri" panose="020F0502020204030204" pitchFamily="34" charset="0"/>
              <a:cs typeface="Times New Roman" panose="02020603050405020304" pitchFamily="18" charset="0"/>
            </a:endParaRPr>
          </a:p>
        </p:txBody>
      </p:sp>
      <p:pic>
        <p:nvPicPr>
          <p:cNvPr id="18" name="Picture 17" descr="Episode 70: Setting Goals To Pass the CSE [Podcast] – CSE Prep"/>
          <p:cNvPicPr/>
          <p:nvPr/>
        </p:nvPicPr>
        <p:blipFill>
          <a:blip r:embed="rId3">
            <a:extLst>
              <a:ext uri="{28A0092B-C50C-407E-A947-70E740481C1C}">
                <a14:useLocalDpi xmlns:a14="http://schemas.microsoft.com/office/drawing/2010/main" val="0"/>
              </a:ext>
            </a:extLst>
          </a:blip>
          <a:srcRect t="27384" b="13889"/>
          <a:stretch>
            <a:fillRect/>
          </a:stretch>
        </p:blipFill>
        <p:spPr bwMode="auto">
          <a:xfrm>
            <a:off x="322730" y="3836504"/>
            <a:ext cx="2460812" cy="1461638"/>
          </a:xfrm>
          <a:prstGeom prst="rect">
            <a:avLst/>
          </a:prstGeom>
          <a:noFill/>
          <a:ln>
            <a:noFill/>
          </a:ln>
        </p:spPr>
      </p:pic>
      <p:pic>
        <p:nvPicPr>
          <p:cNvPr id="19" name="Picture 18" descr="Should the Goal Be Higher Engagement or Higher Experience Value?"/>
          <p:cNvPicPr/>
          <p:nvPr/>
        </p:nvPicPr>
        <p:blipFill>
          <a:blip r:embed="rId4" cstate="hqprint">
            <a:extLst>
              <a:ext uri="{28A0092B-C50C-407E-A947-70E740481C1C}">
                <a14:useLocalDpi xmlns:a14="http://schemas.microsoft.com/office/drawing/2010/main" val="0"/>
              </a:ext>
            </a:extLst>
          </a:blip>
          <a:stretch>
            <a:fillRect/>
          </a:stretch>
        </p:blipFill>
        <p:spPr bwMode="auto">
          <a:xfrm>
            <a:off x="4216489" y="3605403"/>
            <a:ext cx="2507039" cy="1646452"/>
          </a:xfrm>
          <a:prstGeom prst="rect">
            <a:avLst/>
          </a:prstGeom>
          <a:noFill/>
          <a:ln>
            <a:noFill/>
          </a:ln>
        </p:spPr>
      </p:pic>
      <p:pic>
        <p:nvPicPr>
          <p:cNvPr id="20" name="Picture 19" descr="Vision Images - Free Download on Freepik"/>
          <p:cNvPicPr/>
          <p:nvPr/>
        </p:nvPicPr>
        <p:blipFill>
          <a:blip r:embed="rId5">
            <a:extLst>
              <a:ext uri="{28A0092B-C50C-407E-A947-70E740481C1C}">
                <a14:useLocalDpi xmlns:a14="http://schemas.microsoft.com/office/drawing/2010/main" val="0"/>
              </a:ext>
            </a:extLst>
          </a:blip>
          <a:srcRect l="60627" t="8627" r="8674"/>
          <a:stretch>
            <a:fillRect/>
          </a:stretch>
        </p:blipFill>
        <p:spPr bwMode="auto">
          <a:xfrm>
            <a:off x="8269941" y="3469341"/>
            <a:ext cx="2232212" cy="1647073"/>
          </a:xfrm>
          <a:prstGeom prst="rect">
            <a:avLst/>
          </a:prstGeom>
          <a:noFill/>
          <a:ln>
            <a:noFill/>
          </a:ln>
          <a:extLst>
            <a:ext uri="{53640926-AAD7-44D8-BBD7-CCE9431645EC}">
              <a14:shadowObscured xmlns:a14="http://schemas.microsoft.com/office/drawing/2010/main"/>
            </a:ext>
          </a:extLst>
        </p:spPr>
      </p:pic>
      <p:sp>
        <p:nvSpPr>
          <p:cNvPr id="12" name="Rectangle 11"/>
          <p:cNvSpPr/>
          <p:nvPr/>
        </p:nvSpPr>
        <p:spPr>
          <a:xfrm>
            <a:off x="3048000" y="1946607"/>
            <a:ext cx="7924800" cy="388696"/>
          </a:xfrm>
          <a:prstGeom prst="rect">
            <a:avLst/>
          </a:prstGeom>
        </p:spPr>
        <p:txBody>
          <a:bodyPr wrap="square">
            <a:spAutoFit/>
          </a:bodyPr>
          <a:lstStyle/>
          <a:p>
            <a:pPr>
              <a:lnSpc>
                <a:spcPct val="107000"/>
              </a:lnSpc>
              <a:spcAft>
                <a:spcPts val="800"/>
              </a:spcAft>
            </a:pPr>
            <a:r>
              <a:rPr lang="en-US">
                <a:latin typeface="Calibri" panose="020F0502020204030204" pitchFamily="34" charset="0"/>
                <a:ea typeface="Calibri" panose="020F0502020204030204" pitchFamily="34" charset="0"/>
                <a:cs typeface="Times New Roman" panose="02020603050405020304" pitchFamily="18" charset="0"/>
              </a:rPr>
              <a:t>                                       </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3" name="Rectangle 12"/>
          <p:cNvSpPr/>
          <p:nvPr/>
        </p:nvSpPr>
        <p:spPr>
          <a:xfrm>
            <a:off x="838201" y="2938289"/>
            <a:ext cx="3182470" cy="375552"/>
          </a:xfrm>
          <a:prstGeom prst="rect">
            <a:avLst/>
          </a:prstGeom>
        </p:spPr>
        <p:txBody>
          <a:bodyPr wrap="square">
            <a:spAutoFit/>
          </a:bodyPr>
          <a:lstStyle/>
          <a:p>
            <a:pPr>
              <a:lnSpc>
                <a:spcPct val="107000"/>
              </a:lnSpc>
              <a:spcAft>
                <a:spcPts val="800"/>
              </a:spcAft>
            </a:pPr>
            <a:r>
              <a:rPr lang="en-US"/>
              <a:t> </a:t>
            </a:r>
            <a:r>
              <a:rPr lang="en-US">
                <a:latin typeface="Calibri" panose="020F0502020204030204" pitchFamily="34" charset="0"/>
                <a:ea typeface="Calibri" panose="020F0502020204030204" pitchFamily="34" charset="0"/>
                <a:cs typeface="Times New Roman" panose="02020603050405020304" pitchFamily="18" charset="0"/>
              </a:rPr>
              <a:t>                                                                                                                </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6" name="Rectangle 15"/>
          <p:cNvSpPr/>
          <p:nvPr/>
        </p:nvSpPr>
        <p:spPr>
          <a:xfrm>
            <a:off x="115110" y="5782963"/>
            <a:ext cx="5589222" cy="369332"/>
          </a:xfrm>
          <a:prstGeom prst="rect">
            <a:avLst/>
          </a:prstGeom>
        </p:spPr>
        <p:txBody>
          <a:bodyPr wrap="square">
            <a:spAutoFit/>
          </a:bodyPr>
          <a:lstStyle/>
          <a:p>
            <a:r>
              <a:rPr lang="en-US"/>
              <a:t>   through a mobile application.</a:t>
            </a:r>
          </a:p>
        </p:txBody>
      </p:sp>
      <p:sp>
        <p:nvSpPr>
          <p:cNvPr id="17" name="Rectangle 16"/>
          <p:cNvSpPr/>
          <p:nvPr/>
        </p:nvSpPr>
        <p:spPr>
          <a:xfrm>
            <a:off x="115110" y="5299760"/>
            <a:ext cx="3118739" cy="400110"/>
          </a:xfrm>
          <a:prstGeom prst="rect">
            <a:avLst/>
          </a:prstGeom>
        </p:spPr>
        <p:txBody>
          <a:bodyPr wrap="none">
            <a:spAutoFit/>
          </a:bodyPr>
          <a:lstStyle/>
          <a:p>
            <a:r>
              <a:rPr lang="en-US">
                <a:latin typeface="Calibri" panose="020F0502020204030204" pitchFamily="34" charset="0"/>
                <a:ea typeface="Calibri" panose="020F0502020204030204" pitchFamily="34" charset="0"/>
                <a:cs typeface="Times New Roman" panose="02020603050405020304" pitchFamily="18" charset="0"/>
              </a:rPr>
              <a:t>   To combat pediatric </a:t>
            </a:r>
            <a:r>
              <a:rPr lang="en-US" sz="2000">
                <a:latin typeface="Calibri" panose="020F0502020204030204" pitchFamily="34" charset="0"/>
                <a:ea typeface="Calibri" panose="020F0502020204030204" pitchFamily="34" charset="0"/>
                <a:cs typeface="Times New Roman" panose="02020603050405020304" pitchFamily="18" charset="0"/>
              </a:rPr>
              <a:t>obesity</a:t>
            </a:r>
            <a:r>
              <a:rPr lang="en-US">
                <a:latin typeface="Calibri" panose="020F0502020204030204" pitchFamily="34" charset="0"/>
                <a:ea typeface="Calibri" panose="020F0502020204030204" pitchFamily="34" charset="0"/>
                <a:cs typeface="Times New Roman" panose="02020603050405020304" pitchFamily="18" charset="0"/>
              </a:rPr>
              <a:t> </a:t>
            </a:r>
          </a:p>
        </p:txBody>
      </p:sp>
      <p:sp>
        <p:nvSpPr>
          <p:cNvPr id="21" name="Rectangle 20"/>
          <p:cNvSpPr/>
          <p:nvPr/>
        </p:nvSpPr>
        <p:spPr>
          <a:xfrm>
            <a:off x="3048000" y="5295942"/>
            <a:ext cx="4236353" cy="923330"/>
          </a:xfrm>
          <a:prstGeom prst="rect">
            <a:avLst/>
          </a:prstGeom>
        </p:spPr>
        <p:txBody>
          <a:bodyPr wrap="none">
            <a:spAutoFit/>
          </a:bodyPr>
          <a:lstStyle/>
          <a:p>
            <a:r>
              <a:rPr lang="en-US">
                <a:latin typeface="Calibri" panose="020F0502020204030204" pitchFamily="34" charset="0"/>
                <a:ea typeface="Calibri" panose="020F0502020204030204" pitchFamily="34" charset="0"/>
                <a:cs typeface="Times New Roman" panose="02020603050405020304" pitchFamily="18" charset="0"/>
              </a:rPr>
              <a:t>              To provide knowledge and tool to  </a:t>
            </a:r>
          </a:p>
          <a:p>
            <a:r>
              <a:rPr lang="en-US">
                <a:latin typeface="Calibri" panose="020F0502020204030204" pitchFamily="34" charset="0"/>
                <a:cs typeface="Times New Roman" panose="02020603050405020304" pitchFamily="18" charset="0"/>
              </a:rPr>
              <a:t>              parents and caregivers in order to</a:t>
            </a:r>
          </a:p>
          <a:p>
            <a:r>
              <a:rPr lang="en-US">
                <a:latin typeface="Calibri" panose="020F0502020204030204" pitchFamily="34" charset="0"/>
                <a:cs typeface="Times New Roman" panose="02020603050405020304" pitchFamily="18" charset="0"/>
              </a:rPr>
              <a:t>              promote healthy habit in children . </a:t>
            </a:r>
            <a:endParaRPr lang="en-US"/>
          </a:p>
        </p:txBody>
      </p:sp>
      <p:sp>
        <p:nvSpPr>
          <p:cNvPr id="22" name="Rectangle 21"/>
          <p:cNvSpPr/>
          <p:nvPr/>
        </p:nvSpPr>
        <p:spPr>
          <a:xfrm>
            <a:off x="7872849" y="5251854"/>
            <a:ext cx="3205749" cy="923330"/>
          </a:xfrm>
          <a:prstGeom prst="rect">
            <a:avLst/>
          </a:prstGeom>
        </p:spPr>
        <p:txBody>
          <a:bodyPr wrap="none">
            <a:spAutoFit/>
          </a:bodyPr>
          <a:lstStyle/>
          <a:p>
            <a:r>
              <a:rPr lang="en-US">
                <a:latin typeface="Calibri" panose="020F0502020204030204" pitchFamily="34" charset="0"/>
                <a:ea typeface="Calibri" panose="020F0502020204030204" pitchFamily="34" charset="0"/>
                <a:cs typeface="Times New Roman" panose="02020603050405020304" pitchFamily="18" charset="0"/>
              </a:rPr>
              <a:t>   To  nurture healthy champions</a:t>
            </a:r>
          </a:p>
          <a:p>
            <a:r>
              <a:rPr lang="en-US">
                <a:latin typeface="Calibri" panose="020F0502020204030204" pitchFamily="34" charset="0"/>
                <a:ea typeface="Calibri" panose="020F0502020204030204" pitchFamily="34" charset="0"/>
                <a:cs typeface="Times New Roman" panose="02020603050405020304" pitchFamily="18" charset="0"/>
              </a:rPr>
              <a:t>   In order to build a better and </a:t>
            </a:r>
          </a:p>
          <a:p>
            <a:r>
              <a:rPr lang="en-US">
                <a:latin typeface="Calibri" panose="020F0502020204030204" pitchFamily="34" charset="0"/>
                <a:ea typeface="Calibri" panose="020F0502020204030204" pitchFamily="34" charset="0"/>
                <a:cs typeface="Times New Roman" panose="02020603050405020304" pitchFamily="18" charset="0"/>
              </a:rPr>
              <a:t>   happier  future for children.  </a:t>
            </a:r>
            <a:endParaRPr lang="en-US"/>
          </a:p>
        </p:txBody>
      </p:sp>
      <p:pic>
        <p:nvPicPr>
          <p:cNvPr id="28" name="Picture 27" descr="Childhood obesity: prevention is better than cure"/>
          <p:cNvPicPr/>
          <p:nvPr/>
        </p:nvPicPr>
        <p:blipFill>
          <a:blip r:embed="rId6">
            <a:extLst>
              <a:ext uri="{28A0092B-C50C-407E-A947-70E740481C1C}">
                <a14:useLocalDpi xmlns:a14="http://schemas.microsoft.com/office/drawing/2010/main" val="0"/>
              </a:ext>
            </a:extLst>
          </a:blip>
          <a:stretch>
            <a:fillRect/>
          </a:stretch>
        </p:blipFill>
        <p:spPr bwMode="auto">
          <a:xfrm>
            <a:off x="5826034" y="1134637"/>
            <a:ext cx="5654040" cy="2199263"/>
          </a:xfrm>
          <a:prstGeom prst="rect">
            <a:avLst/>
          </a:prstGeom>
          <a:noFill/>
          <a:ln>
            <a:noFill/>
          </a:ln>
        </p:spPr>
      </p:pic>
    </p:spTree>
    <p:extLst>
      <p:ext uri="{BB962C8B-B14F-4D97-AF65-F5344CB8AC3E}">
        <p14:creationId xmlns:p14="http://schemas.microsoft.com/office/powerpoint/2010/main" val="3743169540"/>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43983">
              <a:srgbClr val="CDD9EF">
                <a:lumMod val="0"/>
                <a:lumOff val="100000"/>
              </a:srgbClr>
            </a:gs>
            <a:gs pos="21978">
              <a:srgbClr val="E6ECF7"/>
            </a:gs>
            <a:gs pos="0">
              <a:schemeClr val="accent1">
                <a:lumMod val="0"/>
                <a:lumOff val="100000"/>
                <a:alpha val="63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2050" name="Picture 3" descr="Little Sprouts – Wildsight"/>
          <p:cNvPicPr>
            <a:picLocks noChangeAspect="1" noChangeArrowheads="1"/>
          </p:cNvPicPr>
          <p:nvPr/>
        </p:nvPicPr>
        <p:blipFill>
          <a:blip r:embed="rId2">
            <a:extLst>
              <a:ext uri="{28A0092B-C50C-407E-A947-70E740481C1C}">
                <a14:useLocalDpi xmlns:a14="http://schemas.microsoft.com/office/drawing/2010/main" val="0"/>
              </a:ext>
            </a:extLst>
          </a:blip>
          <a:srcRect t="10887" b="20792"/>
          <a:stretch>
            <a:fillRect/>
          </a:stretch>
        </p:blipFill>
        <p:spPr bwMode="auto">
          <a:xfrm>
            <a:off x="-1" y="416858"/>
            <a:ext cx="4531659" cy="954741"/>
          </a:xfrm>
          <a:prstGeom prst="rect">
            <a:avLst/>
          </a:prstGeom>
          <a:noFill/>
          <a:extLst>
            <a:ext uri="{909E8E84-426E-40DD-AFC4-6F175D3DCCD1}">
              <a14:hiddenFill xmlns:a14="http://schemas.microsoft.com/office/drawing/2010/main">
                <a:solidFill>
                  <a:srgbClr val="FFFFFF"/>
                </a:solidFill>
              </a14:hiddenFill>
            </a:ext>
          </a:extLst>
        </p:spPr>
      </p:pic>
      <p:pic>
        <p:nvPicPr>
          <p:cNvPr id="2049" name="Picture 5" descr="Understanding Scope in Ruby — SitePoint"/>
          <p:cNvPicPr>
            <a:picLocks noChangeAspect="1" noChangeArrowheads="1"/>
          </p:cNvPicPr>
          <p:nvPr/>
        </p:nvPicPr>
        <p:blipFill>
          <a:blip r:embed="rId3">
            <a:extLst>
              <a:ext uri="{28A0092B-C50C-407E-A947-70E740481C1C}">
                <a14:useLocalDpi xmlns:a14="http://schemas.microsoft.com/office/drawing/2010/main" val="0"/>
              </a:ext>
            </a:extLst>
          </a:blip>
          <a:srcRect l="6720" t="12201" r="5344" b="13387"/>
          <a:stretch>
            <a:fillRect/>
          </a:stretch>
        </p:blipFill>
        <p:spPr bwMode="auto">
          <a:xfrm>
            <a:off x="4531658" y="488141"/>
            <a:ext cx="2823883" cy="737349"/>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3"/>
          <p:cNvSpPr>
            <a:spLocks noChangeArrowheads="1"/>
          </p:cNvSpPr>
          <p:nvPr/>
        </p:nvSpPr>
        <p:spPr bwMode="auto">
          <a:xfrm>
            <a:off x="0" y="97795"/>
            <a:ext cx="223138"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100" b="1" i="0" u="none" strike="noStrike" cap="none" normalizeH="0" baseline="0">
                <a:ln>
                  <a:noFill/>
                </a:ln>
                <a:solidFill>
                  <a:srgbClr val="0070C0"/>
                </a:solidFill>
                <a:effectLst/>
                <a:latin typeface="Arial" panose="020B0604020202020204" pitchFamily="34" charset="0"/>
                <a:ea typeface="Calibri" panose="020F0502020204030204" pitchFamily="34" charset="0"/>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 name="Rectangle 4"/>
          <p:cNvSpPr>
            <a:spLocks noChangeArrowheads="1"/>
          </p:cNvSpPr>
          <p:nvPr/>
        </p:nvSpPr>
        <p:spPr bwMode="auto">
          <a:xfrm>
            <a:off x="0" y="11811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100" b="0" i="0" u="none" strike="noStrike" cap="none" normalizeH="0" baseline="0">
                <a:ln>
                  <a:noFill/>
                </a:ln>
                <a:solidFill>
                  <a:schemeClr val="tx1"/>
                </a:solidFill>
                <a:effectLst/>
                <a:latin typeface="Arial" panose="020B0604020202020204" pitchFamily="34" charset="0"/>
                <a:ea typeface="Calibri" panose="020F0502020204030204" pitchFamily="34" charset="0"/>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 name="Rectangle 5"/>
          <p:cNvSpPr>
            <a:spLocks noChangeArrowheads="1"/>
          </p:cNvSpPr>
          <p:nvPr/>
        </p:nvSpPr>
        <p:spPr bwMode="auto">
          <a:xfrm>
            <a:off x="0" y="18192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100" b="0" i="0" u="none" strike="noStrike" cap="none" normalizeH="0" baseline="0">
                <a:ln>
                  <a:noFill/>
                </a:ln>
                <a:solidFill>
                  <a:schemeClr val="tx1"/>
                </a:solidFill>
                <a:effectLst/>
                <a:latin typeface="Arial" panose="020B060402020202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12" name="Diagram 11"/>
          <p:cNvGraphicFramePr/>
          <p:nvPr>
            <p:extLst>
              <p:ext uri="{D42A27DB-BD31-4B8C-83A1-F6EECF244321}">
                <p14:modId xmlns:p14="http://schemas.microsoft.com/office/powerpoint/2010/main" val="1419686020"/>
              </p:ext>
            </p:extLst>
          </p:nvPr>
        </p:nvGraphicFramePr>
        <p:xfrm>
          <a:off x="111569" y="1436897"/>
          <a:ext cx="11224302" cy="288407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14" name="Diagram 13"/>
          <p:cNvGraphicFramePr/>
          <p:nvPr>
            <p:extLst>
              <p:ext uri="{D42A27DB-BD31-4B8C-83A1-F6EECF244321}">
                <p14:modId xmlns:p14="http://schemas.microsoft.com/office/powerpoint/2010/main" val="3039633404"/>
              </p:ext>
            </p:extLst>
          </p:nvPr>
        </p:nvGraphicFramePr>
        <p:xfrm>
          <a:off x="111569" y="4417628"/>
          <a:ext cx="11224302" cy="2012594"/>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Tree>
    <p:extLst>
      <p:ext uri="{BB962C8B-B14F-4D97-AF65-F5344CB8AC3E}">
        <p14:creationId xmlns:p14="http://schemas.microsoft.com/office/powerpoint/2010/main" val="359403531"/>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43983">
              <a:srgbClr val="CDD9EF">
                <a:lumMod val="0"/>
                <a:lumOff val="100000"/>
              </a:srgbClr>
            </a:gs>
            <a:gs pos="21978">
              <a:srgbClr val="E6ECF7"/>
            </a:gs>
            <a:gs pos="0">
              <a:schemeClr val="accent1">
                <a:lumMod val="0"/>
                <a:lumOff val="100000"/>
                <a:alpha val="63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2" name="Picture 1" descr="Little Sprouts Day Care Nursery, Snodland, Holborough, Larkfield, Cuxton,  Halling"/>
          <p:cNvPicPr/>
          <p:nvPr/>
        </p:nvPicPr>
        <p:blipFill>
          <a:blip r:embed="rId2">
            <a:extLst>
              <a:ext uri="{28A0092B-C50C-407E-A947-70E740481C1C}">
                <a14:useLocalDpi xmlns:a14="http://schemas.microsoft.com/office/drawing/2010/main" val="0"/>
              </a:ext>
            </a:extLst>
          </a:blip>
          <a:srcRect t="1389" b="11789"/>
          <a:stretch>
            <a:fillRect/>
          </a:stretch>
        </p:blipFill>
        <p:spPr bwMode="auto">
          <a:xfrm>
            <a:off x="771543" y="403766"/>
            <a:ext cx="3087763" cy="1398140"/>
          </a:xfrm>
          <a:prstGeom prst="rect">
            <a:avLst/>
          </a:prstGeom>
          <a:noFill/>
          <a:ln>
            <a:noFill/>
          </a:ln>
          <a:extLst>
            <a:ext uri="{53640926-AAD7-44D8-BBD7-CCE9431645EC}">
              <a14:shadowObscured xmlns:a14="http://schemas.microsoft.com/office/drawing/2010/main"/>
            </a:ext>
          </a:extLst>
        </p:spPr>
      </p:pic>
      <p:sp>
        <p:nvSpPr>
          <p:cNvPr id="3" name="Rectangle 2"/>
          <p:cNvSpPr/>
          <p:nvPr/>
        </p:nvSpPr>
        <p:spPr>
          <a:xfrm>
            <a:off x="3859306" y="944887"/>
            <a:ext cx="6938682" cy="1015663"/>
          </a:xfrm>
          <a:prstGeom prst="rect">
            <a:avLst/>
          </a:prstGeom>
        </p:spPr>
        <p:txBody>
          <a:bodyPr wrap="square">
            <a:spAutoFit/>
          </a:bodyPr>
          <a:lstStyle/>
          <a:p>
            <a:r>
              <a:rPr lang="en-US" sz="6000">
                <a:solidFill>
                  <a:srgbClr val="60A21E"/>
                </a:solidFill>
                <a:latin typeface="Calibri" panose="020F0502020204030204" pitchFamily="34" charset="0"/>
                <a:ea typeface="Calibri" panose="020F0502020204030204" pitchFamily="34" charset="0"/>
                <a:cs typeface="Times New Roman" panose="02020603050405020304" pitchFamily="18" charset="0"/>
              </a:rPr>
              <a:t>Benefits and Features</a:t>
            </a:r>
            <a:endParaRPr lang="en-US" sz="6000"/>
          </a:p>
        </p:txBody>
      </p:sp>
      <p:graphicFrame>
        <p:nvGraphicFramePr>
          <p:cNvPr id="4" name="Diagram 3"/>
          <p:cNvGraphicFramePr/>
          <p:nvPr>
            <p:extLst>
              <p:ext uri="{D42A27DB-BD31-4B8C-83A1-F6EECF244321}">
                <p14:modId xmlns:p14="http://schemas.microsoft.com/office/powerpoint/2010/main" val="1467173856"/>
              </p:ext>
            </p:extLst>
          </p:nvPr>
        </p:nvGraphicFramePr>
        <p:xfrm>
          <a:off x="771542" y="1801906"/>
          <a:ext cx="10604669" cy="478715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24873160"/>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43983">
              <a:srgbClr val="CDD9EF">
                <a:lumMod val="0"/>
                <a:lumOff val="100000"/>
              </a:srgbClr>
            </a:gs>
            <a:gs pos="21978">
              <a:srgbClr val="E6ECF7"/>
            </a:gs>
            <a:gs pos="0">
              <a:schemeClr val="accent1">
                <a:lumMod val="0"/>
                <a:lumOff val="100000"/>
                <a:alpha val="63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useBgFill="1">
        <p:nvSpPr>
          <p:cNvPr id="43" name="Rectangle 42">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4EB5099-83D4-1827-B982-3C8721E782CF}"/>
              </a:ext>
            </a:extLst>
          </p:cNvPr>
          <p:cNvSpPr>
            <a:spLocks noGrp="1"/>
          </p:cNvSpPr>
          <p:nvPr>
            <p:ph type="title"/>
          </p:nvPr>
        </p:nvSpPr>
        <p:spPr>
          <a:xfrm>
            <a:off x="446402" y="640823"/>
            <a:ext cx="3607257" cy="5583148"/>
          </a:xfrm>
        </p:spPr>
        <p:txBody>
          <a:bodyPr anchor="ctr">
            <a:normAutofit/>
          </a:bodyPr>
          <a:lstStyle/>
          <a:p>
            <a:r>
              <a:rPr lang="en-US" b="1" dirty="0">
                <a:ln w="9525">
                  <a:solidFill>
                    <a:schemeClr val="bg1"/>
                  </a:solidFill>
                  <a:prstDash val="solid"/>
                </a:ln>
                <a:effectLst>
                  <a:outerShdw blurRad="12700" dist="38100" dir="2700000" algn="tl" rotWithShape="0">
                    <a:schemeClr val="bg1">
                      <a:lumMod val="50000"/>
                    </a:schemeClr>
                  </a:outerShdw>
                </a:effectLst>
                <a:latin typeface="Times New Roman" panose="02020603050405020304" pitchFamily="18" charset="0"/>
                <a:cs typeface="Times New Roman" panose="02020603050405020304" pitchFamily="18" charset="0"/>
              </a:rPr>
              <a:t>PROJECT INITIATION</a:t>
            </a:r>
          </a:p>
        </p:txBody>
      </p:sp>
      <p:sp>
        <p:nvSpPr>
          <p:cNvPr id="45"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4B90B710-02C9-0D03-C328-92EBF17B21C9}"/>
              </a:ext>
            </a:extLst>
          </p:cNvPr>
          <p:cNvSpPr/>
          <p:nvPr/>
        </p:nvSpPr>
        <p:spPr>
          <a:xfrm>
            <a:off x="4648018" y="1758024"/>
            <a:ext cx="1778665" cy="467231"/>
          </a:xfrm>
          <a:prstGeom prst="ellipse">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512064">
              <a:spcAft>
                <a:spcPts val="600"/>
              </a:spcAft>
            </a:pPr>
            <a:r>
              <a:rPr lang="en-US" sz="1120" b="1" kern="1200" dirty="0">
                <a:solidFill>
                  <a:schemeClr val="tx1"/>
                </a:solidFill>
                <a:latin typeface="+mn-lt"/>
                <a:ea typeface="+mn-ea"/>
                <a:cs typeface="+mn-cs"/>
              </a:rPr>
              <a:t>TEAM FORMATION</a:t>
            </a:r>
            <a:endParaRPr lang="en-US" sz="2000" b="1" dirty="0">
              <a:solidFill>
                <a:schemeClr val="tx1"/>
              </a:solidFill>
            </a:endParaRPr>
          </a:p>
        </p:txBody>
      </p:sp>
      <p:cxnSp>
        <p:nvCxnSpPr>
          <p:cNvPr id="11" name="Connector: Curved 10">
            <a:extLst>
              <a:ext uri="{FF2B5EF4-FFF2-40B4-BE49-F238E27FC236}">
                <a16:creationId xmlns:a16="http://schemas.microsoft.com/office/drawing/2014/main" id="{D7824F34-BA55-A9D4-49E4-F5E98A91DA76}"/>
              </a:ext>
            </a:extLst>
          </p:cNvPr>
          <p:cNvCxnSpPr/>
          <p:nvPr/>
        </p:nvCxnSpPr>
        <p:spPr>
          <a:xfrm>
            <a:off x="6056128" y="2204641"/>
            <a:ext cx="4932919" cy="2551660"/>
          </a:xfrm>
          <a:prstGeom prst="curvedConnector3">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5C9AB0B7-C3B0-913B-A727-579B07A9544F}"/>
              </a:ext>
            </a:extLst>
          </p:cNvPr>
          <p:cNvSpPr/>
          <p:nvPr/>
        </p:nvSpPr>
        <p:spPr>
          <a:xfrm>
            <a:off x="9961890" y="4758330"/>
            <a:ext cx="1586640" cy="400513"/>
          </a:xfrm>
          <a:prstGeom prst="ellipse">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512064">
              <a:spcAft>
                <a:spcPts val="600"/>
              </a:spcAft>
            </a:pPr>
            <a:r>
              <a:rPr lang="en-US" sz="1120" b="1" kern="1200" dirty="0">
                <a:solidFill>
                  <a:schemeClr val="tx1"/>
                </a:solidFill>
                <a:latin typeface="+mn-lt"/>
                <a:ea typeface="+mn-ea"/>
                <a:cs typeface="Times New Roman" panose="02020603050405020304" pitchFamily="18" charset="0"/>
              </a:rPr>
              <a:t>PROJECT PLANNING</a:t>
            </a:r>
            <a:endParaRPr lang="en-US" sz="2000" b="1" dirty="0">
              <a:solidFill>
                <a:schemeClr val="tx1"/>
              </a:solidFill>
              <a:cs typeface="Times New Roman" panose="02020603050405020304" pitchFamily="18" charset="0"/>
            </a:endParaRPr>
          </a:p>
        </p:txBody>
      </p:sp>
      <p:cxnSp>
        <p:nvCxnSpPr>
          <p:cNvPr id="19" name="Straight Arrow Connector 18">
            <a:extLst>
              <a:ext uri="{FF2B5EF4-FFF2-40B4-BE49-F238E27FC236}">
                <a16:creationId xmlns:a16="http://schemas.microsoft.com/office/drawing/2014/main" id="{2B04BA0C-D182-2869-3F89-0382EB4BC655}"/>
              </a:ext>
            </a:extLst>
          </p:cNvPr>
          <p:cNvCxnSpPr/>
          <p:nvPr/>
        </p:nvCxnSpPr>
        <p:spPr>
          <a:xfrm flipV="1">
            <a:off x="6543491" y="2014846"/>
            <a:ext cx="939772" cy="2093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DC5812E1-CDD0-F5D0-E010-CF0C964C04BF}"/>
              </a:ext>
            </a:extLst>
          </p:cNvPr>
          <p:cNvSpPr/>
          <p:nvPr/>
        </p:nvSpPr>
        <p:spPr>
          <a:xfrm>
            <a:off x="7501846" y="1658941"/>
            <a:ext cx="1696369" cy="5457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defTabSz="512064">
              <a:spcAft>
                <a:spcPts val="600"/>
              </a:spcAft>
            </a:pPr>
            <a:r>
              <a:rPr lang="en-US" sz="1008" b="1" kern="1200">
                <a:solidFill>
                  <a:schemeClr val="dk1"/>
                </a:solidFill>
                <a:latin typeface="+mn-lt"/>
                <a:ea typeface="+mn-ea"/>
                <a:cs typeface="+mn-cs"/>
              </a:rPr>
              <a:t>BACKGROUND RESEARCH</a:t>
            </a:r>
            <a:endParaRPr lang="en-US" b="1"/>
          </a:p>
        </p:txBody>
      </p:sp>
      <p:cxnSp>
        <p:nvCxnSpPr>
          <p:cNvPr id="24" name="Straight Arrow Connector 23">
            <a:extLst>
              <a:ext uri="{FF2B5EF4-FFF2-40B4-BE49-F238E27FC236}">
                <a16:creationId xmlns:a16="http://schemas.microsoft.com/office/drawing/2014/main" id="{5649FE92-9066-82C4-3471-5A84E6A3E526}"/>
              </a:ext>
            </a:extLst>
          </p:cNvPr>
          <p:cNvCxnSpPr/>
          <p:nvPr/>
        </p:nvCxnSpPr>
        <p:spPr>
          <a:xfrm flipH="1">
            <a:off x="6772932" y="2537195"/>
            <a:ext cx="826780" cy="3008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BDBA26A3-E894-B12B-8C1E-DDFCBEAAA4B1}"/>
              </a:ext>
            </a:extLst>
          </p:cNvPr>
          <p:cNvSpPr/>
          <p:nvPr/>
        </p:nvSpPr>
        <p:spPr>
          <a:xfrm>
            <a:off x="5048882" y="2557387"/>
            <a:ext cx="1720261" cy="507359"/>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defTabSz="512064">
              <a:spcAft>
                <a:spcPts val="600"/>
              </a:spcAft>
            </a:pPr>
            <a:r>
              <a:rPr lang="en-US" sz="1008" b="1" kern="1200" dirty="0">
                <a:solidFill>
                  <a:schemeClr val="tx1"/>
                </a:solidFill>
                <a:latin typeface="+mn-lt"/>
                <a:ea typeface="+mn-ea"/>
                <a:cs typeface="+mn-cs"/>
              </a:rPr>
              <a:t>VISION, GOALS AND OBJECTIVES</a:t>
            </a:r>
            <a:endParaRPr lang="en-US" b="1" dirty="0">
              <a:solidFill>
                <a:schemeClr val="tx1"/>
              </a:solidFill>
            </a:endParaRPr>
          </a:p>
        </p:txBody>
      </p:sp>
      <p:cxnSp>
        <p:nvCxnSpPr>
          <p:cNvPr id="30" name="Straight Arrow Connector 29">
            <a:extLst>
              <a:ext uri="{FF2B5EF4-FFF2-40B4-BE49-F238E27FC236}">
                <a16:creationId xmlns:a16="http://schemas.microsoft.com/office/drawing/2014/main" id="{774E7878-38BA-6520-E18E-03880F9B5BE7}"/>
              </a:ext>
            </a:extLst>
          </p:cNvPr>
          <p:cNvCxnSpPr>
            <a:endCxn id="31" idx="1"/>
          </p:cNvCxnSpPr>
          <p:nvPr/>
        </p:nvCxnSpPr>
        <p:spPr>
          <a:xfrm>
            <a:off x="7963326" y="2730546"/>
            <a:ext cx="1234889" cy="255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D7BA3555-EF74-3A45-DF77-76179A8DCCD6}"/>
              </a:ext>
            </a:extLst>
          </p:cNvPr>
          <p:cNvSpPr/>
          <p:nvPr/>
        </p:nvSpPr>
        <p:spPr>
          <a:xfrm>
            <a:off x="9198215" y="2502444"/>
            <a:ext cx="1523812" cy="507359"/>
          </a:xfrm>
          <a:prstGeom prst="rect">
            <a:avLst/>
          </a:prstGeom>
          <a:solidFill>
            <a:srgbClr val="FBBDE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512064">
              <a:spcAft>
                <a:spcPts val="600"/>
              </a:spcAft>
            </a:pPr>
            <a:r>
              <a:rPr lang="en-US" sz="1008" b="1" kern="1200">
                <a:solidFill>
                  <a:schemeClr val="tx1"/>
                </a:solidFill>
                <a:latin typeface="+mn-lt"/>
                <a:ea typeface="+mn-ea"/>
                <a:cs typeface="+mn-cs"/>
              </a:rPr>
              <a:t>STAKEHOLDER ASSESSMENT</a:t>
            </a:r>
            <a:endParaRPr lang="en-US" b="1">
              <a:solidFill>
                <a:schemeClr val="tx1"/>
              </a:solidFill>
            </a:endParaRPr>
          </a:p>
        </p:txBody>
      </p:sp>
      <p:cxnSp>
        <p:nvCxnSpPr>
          <p:cNvPr id="33" name="Straight Arrow Connector 32">
            <a:extLst>
              <a:ext uri="{FF2B5EF4-FFF2-40B4-BE49-F238E27FC236}">
                <a16:creationId xmlns:a16="http://schemas.microsoft.com/office/drawing/2014/main" id="{B4DD523C-4DA1-C31B-2B52-AB3525167DDC}"/>
              </a:ext>
            </a:extLst>
          </p:cNvPr>
          <p:cNvCxnSpPr/>
          <p:nvPr/>
        </p:nvCxnSpPr>
        <p:spPr>
          <a:xfrm flipH="1">
            <a:off x="7645203" y="3071813"/>
            <a:ext cx="722442" cy="5300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E0D6D361-AB07-D504-C54C-EF1B4381426A}"/>
              </a:ext>
            </a:extLst>
          </p:cNvPr>
          <p:cNvSpPr/>
          <p:nvPr/>
        </p:nvSpPr>
        <p:spPr>
          <a:xfrm>
            <a:off x="6001930" y="3554779"/>
            <a:ext cx="1643273" cy="552794"/>
          </a:xfrm>
          <a:prstGeom prst="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512064">
              <a:spcAft>
                <a:spcPts val="600"/>
              </a:spcAft>
            </a:pPr>
            <a:r>
              <a:rPr lang="en-US" sz="1008" b="1" kern="1200">
                <a:solidFill>
                  <a:schemeClr val="tx1"/>
                </a:solidFill>
                <a:latin typeface="+mn-lt"/>
                <a:ea typeface="+mn-ea"/>
                <a:cs typeface="+mn-cs"/>
              </a:rPr>
              <a:t>PROJECT CHARTER</a:t>
            </a:r>
            <a:endParaRPr lang="en-US" b="1">
              <a:solidFill>
                <a:schemeClr val="tx1"/>
              </a:solidFill>
            </a:endParaRPr>
          </a:p>
        </p:txBody>
      </p:sp>
      <p:cxnSp>
        <p:nvCxnSpPr>
          <p:cNvPr id="37" name="Straight Arrow Connector 36">
            <a:extLst>
              <a:ext uri="{FF2B5EF4-FFF2-40B4-BE49-F238E27FC236}">
                <a16:creationId xmlns:a16="http://schemas.microsoft.com/office/drawing/2014/main" id="{1465EE05-DC3D-0C75-41B0-2A0A2A21AD7A}"/>
              </a:ext>
            </a:extLst>
          </p:cNvPr>
          <p:cNvCxnSpPr>
            <a:endCxn id="38" idx="1"/>
          </p:cNvCxnSpPr>
          <p:nvPr/>
        </p:nvCxnSpPr>
        <p:spPr>
          <a:xfrm>
            <a:off x="8580770" y="3731804"/>
            <a:ext cx="1289975" cy="1464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8" name="Rectangle 37">
            <a:extLst>
              <a:ext uri="{FF2B5EF4-FFF2-40B4-BE49-F238E27FC236}">
                <a16:creationId xmlns:a16="http://schemas.microsoft.com/office/drawing/2014/main" id="{845C5F61-7FC8-8EAF-6703-7E7FB8A83F2E}"/>
              </a:ext>
            </a:extLst>
          </p:cNvPr>
          <p:cNvSpPr/>
          <p:nvPr/>
        </p:nvSpPr>
        <p:spPr>
          <a:xfrm>
            <a:off x="9870745" y="3601894"/>
            <a:ext cx="1456558" cy="552794"/>
          </a:xfrm>
          <a:prstGeom prst="rect">
            <a:avLst/>
          </a:prstGeom>
          <a:solidFill>
            <a:srgbClr val="FFFF9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512064">
              <a:spcAft>
                <a:spcPts val="600"/>
              </a:spcAft>
            </a:pPr>
            <a:r>
              <a:rPr lang="en-US" sz="1008" b="1" kern="1200">
                <a:solidFill>
                  <a:schemeClr val="tx1"/>
                </a:solidFill>
                <a:latin typeface="+mn-lt"/>
                <a:ea typeface="+mn-ea"/>
                <a:cs typeface="+mn-cs"/>
              </a:rPr>
              <a:t>WORK BREAKDOWN STRUCTURE</a:t>
            </a:r>
            <a:endParaRPr lang="en-US" b="1">
              <a:solidFill>
                <a:schemeClr val="tx1"/>
              </a:solidFill>
            </a:endParaRPr>
          </a:p>
        </p:txBody>
      </p:sp>
    </p:spTree>
    <p:extLst>
      <p:ext uri="{BB962C8B-B14F-4D97-AF65-F5344CB8AC3E}">
        <p14:creationId xmlns:p14="http://schemas.microsoft.com/office/powerpoint/2010/main" val="3502146389"/>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F2D670-EB0B-DDD8-B0CD-B1CED5F04ECC}"/>
              </a:ext>
            </a:extLst>
          </p:cNvPr>
          <p:cNvSpPr>
            <a:spLocks noGrp="1"/>
          </p:cNvSpPr>
          <p:nvPr>
            <p:ph type="title"/>
          </p:nvPr>
        </p:nvSpPr>
        <p:spPr>
          <a:xfrm>
            <a:off x="838200" y="111761"/>
            <a:ext cx="10515600" cy="761999"/>
          </a:xfrm>
        </p:spPr>
        <p:txBody>
          <a:bodyPr>
            <a:normAutofit/>
          </a:bodyPr>
          <a:lstStyle/>
          <a:p>
            <a:r>
              <a:rPr lang="en-US" sz="3200" b="1">
                <a:solidFill>
                  <a:srgbClr val="993366"/>
                </a:solidFill>
                <a:latin typeface="+mn-lt"/>
              </a:rPr>
              <a:t>WORK BREAKDOWN STRUCTURE </a:t>
            </a:r>
          </a:p>
        </p:txBody>
      </p:sp>
      <p:graphicFrame>
        <p:nvGraphicFramePr>
          <p:cNvPr id="9" name="Content Placeholder 8">
            <a:extLst>
              <a:ext uri="{FF2B5EF4-FFF2-40B4-BE49-F238E27FC236}">
                <a16:creationId xmlns:a16="http://schemas.microsoft.com/office/drawing/2014/main" id="{F21E884F-05B4-E762-6A37-DFD1C4543E93}"/>
              </a:ext>
            </a:extLst>
          </p:cNvPr>
          <p:cNvGraphicFramePr>
            <a:graphicFrameLocks noGrp="1"/>
          </p:cNvGraphicFramePr>
          <p:nvPr>
            <p:ph idx="1"/>
            <p:extLst>
              <p:ext uri="{D42A27DB-BD31-4B8C-83A1-F6EECF244321}">
                <p14:modId xmlns:p14="http://schemas.microsoft.com/office/powerpoint/2010/main" val="1537825158"/>
              </p:ext>
            </p:extLst>
          </p:nvPr>
        </p:nvGraphicFramePr>
        <p:xfrm>
          <a:off x="15240" y="944880"/>
          <a:ext cx="11150600" cy="48361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Oval 9">
            <a:extLst>
              <a:ext uri="{FF2B5EF4-FFF2-40B4-BE49-F238E27FC236}">
                <a16:creationId xmlns:a16="http://schemas.microsoft.com/office/drawing/2014/main" id="{70324CBD-BAFB-C0A3-DB6B-98251E4B0438}"/>
              </a:ext>
            </a:extLst>
          </p:cNvPr>
          <p:cNvSpPr/>
          <p:nvPr/>
        </p:nvSpPr>
        <p:spPr>
          <a:xfrm>
            <a:off x="7767376" y="1205802"/>
            <a:ext cx="2552281" cy="894303"/>
          </a:xfrm>
          <a:prstGeom prst="ellips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11 Sep – 04 Oct 2023</a:t>
            </a:r>
          </a:p>
        </p:txBody>
      </p:sp>
      <p:sp>
        <p:nvSpPr>
          <p:cNvPr id="17" name="Oval 16">
            <a:extLst>
              <a:ext uri="{FF2B5EF4-FFF2-40B4-BE49-F238E27FC236}">
                <a16:creationId xmlns:a16="http://schemas.microsoft.com/office/drawing/2014/main" id="{D0A76F03-874A-2938-0E49-1FB123AFE5FD}"/>
              </a:ext>
            </a:extLst>
          </p:cNvPr>
          <p:cNvSpPr/>
          <p:nvPr/>
        </p:nvSpPr>
        <p:spPr>
          <a:xfrm>
            <a:off x="763675" y="2823587"/>
            <a:ext cx="2542233" cy="884255"/>
          </a:xfrm>
          <a:prstGeom prst="ellips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05 Oct – 17 Nov 2023</a:t>
            </a:r>
          </a:p>
        </p:txBody>
      </p:sp>
      <p:sp>
        <p:nvSpPr>
          <p:cNvPr id="18" name="Oval 17">
            <a:extLst>
              <a:ext uri="{FF2B5EF4-FFF2-40B4-BE49-F238E27FC236}">
                <a16:creationId xmlns:a16="http://schemas.microsoft.com/office/drawing/2014/main" id="{6BCB0970-3FD6-F79B-C764-4023A382FFA0}"/>
              </a:ext>
            </a:extLst>
          </p:cNvPr>
          <p:cNvSpPr/>
          <p:nvPr/>
        </p:nvSpPr>
        <p:spPr>
          <a:xfrm>
            <a:off x="8018585" y="4772967"/>
            <a:ext cx="2552281" cy="879231"/>
          </a:xfrm>
          <a:prstGeom prst="ellips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18 Nov – 04 Dec 2023</a:t>
            </a:r>
          </a:p>
        </p:txBody>
      </p:sp>
    </p:spTree>
    <p:extLst>
      <p:ext uri="{BB962C8B-B14F-4D97-AF65-F5344CB8AC3E}">
        <p14:creationId xmlns:p14="http://schemas.microsoft.com/office/powerpoint/2010/main" val="806843641"/>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9B8E1AAF-3D6F-4FD9-B5FE-CE5FC884D8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panose="020F0502020204030204"/>
                <a:ea typeface="Arial"/>
                <a:cs typeface="Arial"/>
                <a:sym typeface="Wingdings"/>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panose="020F0502020204030204"/>
                <a:ea typeface="Arial"/>
                <a:cs typeface="Arial"/>
                <a:sym typeface="Wingdings"/>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panose="020F0502020204030204"/>
                <a:ea typeface="Arial"/>
                <a:cs typeface="Arial"/>
                <a:sym typeface="Wingdings"/>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panose="020F0502020204030204"/>
                <a:ea typeface="Arial"/>
                <a:cs typeface="Arial"/>
                <a:sym typeface="Wingdings"/>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panose="020F0502020204030204"/>
                <a:ea typeface="Arial"/>
                <a:cs typeface="Arial"/>
                <a:sym typeface="Wingdings"/>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panose="020F0502020204030204"/>
                <a:ea typeface="Arial"/>
                <a:cs typeface="Arial"/>
                <a:sym typeface="Wingdings"/>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panose="020F0502020204030204"/>
                <a:ea typeface="Arial"/>
                <a:cs typeface="Arial"/>
                <a:sym typeface="Wingdings"/>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panose="020F0502020204030204"/>
                <a:ea typeface="Arial"/>
                <a:cs typeface="Arial"/>
                <a:sym typeface="Wingdings"/>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panose="020F0502020204030204"/>
                <a:ea typeface="Arial"/>
                <a:cs typeface="Arial"/>
                <a:sym typeface="Wingdings"/>
              </a:defRPr>
            </a:lvl9pPr>
          </a:lstStyle>
          <a:p>
            <a:pPr algn="ctr"/>
            <a:endParaRPr lang="en-US"/>
          </a:p>
        </p:txBody>
      </p:sp>
      <p:sp>
        <p:nvSpPr>
          <p:cNvPr id="21" name="Freeform: Shape 20">
            <a:extLst>
              <a:ext uri="{FF2B5EF4-FFF2-40B4-BE49-F238E27FC236}">
                <a16:creationId xmlns:a16="http://schemas.microsoft.com/office/drawing/2014/main" id="{AC2B9E52-A969-437F-A903-A4ADFA5030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2228114"/>
          </a:xfrm>
          <a:custGeom>
            <a:avLst/>
            <a:gdLst>
              <a:gd name="connsiteX0" fmla="*/ 0 w 12192000"/>
              <a:gd name="connsiteY0" fmla="*/ 0 h 1791309"/>
              <a:gd name="connsiteX1" fmla="*/ 12192000 w 12192000"/>
              <a:gd name="connsiteY1" fmla="*/ 0 h 1791309"/>
              <a:gd name="connsiteX2" fmla="*/ 12192000 w 12192000"/>
              <a:gd name="connsiteY2" fmla="*/ 1129867 h 1791309"/>
              <a:gd name="connsiteX3" fmla="*/ 12174158 w 12192000"/>
              <a:gd name="connsiteY3" fmla="*/ 1133797 h 1791309"/>
              <a:gd name="connsiteX4" fmla="*/ 12111983 w 12192000"/>
              <a:gd name="connsiteY4" fmla="*/ 1161939 h 1791309"/>
              <a:gd name="connsiteX5" fmla="*/ 11967186 w 12192000"/>
              <a:gd name="connsiteY5" fmla="*/ 1201206 h 1791309"/>
              <a:gd name="connsiteX6" fmla="*/ 11953646 w 12192000"/>
              <a:gd name="connsiteY6" fmla="*/ 1205499 h 1791309"/>
              <a:gd name="connsiteX7" fmla="*/ 11874413 w 12192000"/>
              <a:gd name="connsiteY7" fmla="*/ 1213569 h 1791309"/>
              <a:gd name="connsiteX8" fmla="*/ 11815251 w 12192000"/>
              <a:gd name="connsiteY8" fmla="*/ 1241020 h 1791309"/>
              <a:gd name="connsiteX9" fmla="*/ 11718610 w 12192000"/>
              <a:gd name="connsiteY9" fmla="*/ 1253479 h 1791309"/>
              <a:gd name="connsiteX10" fmla="*/ 11622463 w 12192000"/>
              <a:gd name="connsiteY10" fmla="*/ 1262368 h 1791309"/>
              <a:gd name="connsiteX11" fmla="*/ 11587426 w 12192000"/>
              <a:gd name="connsiteY11" fmla="*/ 1263916 h 1791309"/>
              <a:gd name="connsiteX12" fmla="*/ 11471543 w 12192000"/>
              <a:gd name="connsiteY12" fmla="*/ 1280394 h 1791309"/>
              <a:gd name="connsiteX13" fmla="*/ 11406215 w 12192000"/>
              <a:gd name="connsiteY13" fmla="*/ 1280453 h 1791309"/>
              <a:gd name="connsiteX14" fmla="*/ 11361043 w 12192000"/>
              <a:gd name="connsiteY14" fmla="*/ 1286632 h 1791309"/>
              <a:gd name="connsiteX15" fmla="*/ 11259450 w 12192000"/>
              <a:gd name="connsiteY15" fmla="*/ 1286738 h 1791309"/>
              <a:gd name="connsiteX16" fmla="*/ 11154950 w 12192000"/>
              <a:gd name="connsiteY16" fmla="*/ 1291274 h 1791309"/>
              <a:gd name="connsiteX17" fmla="*/ 11055163 w 12192000"/>
              <a:gd name="connsiteY17" fmla="*/ 1282991 h 1791309"/>
              <a:gd name="connsiteX18" fmla="*/ 10959430 w 12192000"/>
              <a:gd name="connsiteY18" fmla="*/ 1284028 h 1791309"/>
              <a:gd name="connsiteX19" fmla="*/ 10886552 w 12192000"/>
              <a:gd name="connsiteY19" fmla="*/ 1294734 h 1791309"/>
              <a:gd name="connsiteX20" fmla="*/ 10832696 w 12192000"/>
              <a:gd name="connsiteY20" fmla="*/ 1296692 h 1791309"/>
              <a:gd name="connsiteX21" fmla="*/ 10772242 w 12192000"/>
              <a:gd name="connsiteY21" fmla="*/ 1273555 h 1791309"/>
              <a:gd name="connsiteX22" fmla="*/ 10696254 w 12192000"/>
              <a:gd name="connsiteY22" fmla="*/ 1259247 h 1791309"/>
              <a:gd name="connsiteX23" fmla="*/ 10577832 w 12192000"/>
              <a:gd name="connsiteY23" fmla="*/ 1255994 h 1791309"/>
              <a:gd name="connsiteX24" fmla="*/ 10531976 w 12192000"/>
              <a:gd name="connsiteY24" fmla="*/ 1249692 h 1791309"/>
              <a:gd name="connsiteX25" fmla="*/ 10453101 w 12192000"/>
              <a:gd name="connsiteY25" fmla="*/ 1241000 h 1791309"/>
              <a:gd name="connsiteX26" fmla="*/ 10407706 w 12192000"/>
              <a:gd name="connsiteY26" fmla="*/ 1235650 h 1791309"/>
              <a:gd name="connsiteX27" fmla="*/ 10368559 w 12192000"/>
              <a:gd name="connsiteY27" fmla="*/ 1235686 h 1791309"/>
              <a:gd name="connsiteX28" fmla="*/ 10352542 w 12192000"/>
              <a:gd name="connsiteY28" fmla="*/ 1245817 h 1791309"/>
              <a:gd name="connsiteX29" fmla="*/ 10294918 w 12192000"/>
              <a:gd name="connsiteY29" fmla="*/ 1263549 h 1791309"/>
              <a:gd name="connsiteX30" fmla="*/ 10271059 w 12192000"/>
              <a:gd name="connsiteY30" fmla="*/ 1265010 h 1791309"/>
              <a:gd name="connsiteX31" fmla="*/ 10239064 w 12192000"/>
              <a:gd name="connsiteY31" fmla="*/ 1270598 h 1791309"/>
              <a:gd name="connsiteX32" fmla="*/ 10181078 w 12192000"/>
              <a:gd name="connsiteY32" fmla="*/ 1276374 h 1791309"/>
              <a:gd name="connsiteX33" fmla="*/ 10153458 w 12192000"/>
              <a:gd name="connsiteY33" fmla="*/ 1285229 h 1791309"/>
              <a:gd name="connsiteX34" fmla="*/ 10140775 w 12192000"/>
              <a:gd name="connsiteY34" fmla="*/ 1285847 h 1791309"/>
              <a:gd name="connsiteX35" fmla="*/ 10132055 w 12192000"/>
              <a:gd name="connsiteY35" fmla="*/ 1297214 h 1791309"/>
              <a:gd name="connsiteX36" fmla="*/ 10094093 w 12192000"/>
              <a:gd name="connsiteY36" fmla="*/ 1316697 h 1791309"/>
              <a:gd name="connsiteX37" fmla="*/ 10054855 w 12192000"/>
              <a:gd name="connsiteY37" fmla="*/ 1316203 h 1791309"/>
              <a:gd name="connsiteX38" fmla="*/ 10016268 w 12192000"/>
              <a:gd name="connsiteY38" fmla="*/ 1325133 h 1791309"/>
              <a:gd name="connsiteX39" fmla="*/ 9937115 w 12192000"/>
              <a:gd name="connsiteY39" fmla="*/ 1337731 h 1791309"/>
              <a:gd name="connsiteX40" fmla="*/ 9824942 w 12192000"/>
              <a:gd name="connsiteY40" fmla="*/ 1342969 h 1791309"/>
              <a:gd name="connsiteX41" fmla="*/ 9705553 w 12192000"/>
              <a:gd name="connsiteY41" fmla="*/ 1359323 h 1791309"/>
              <a:gd name="connsiteX42" fmla="*/ 9589915 w 12192000"/>
              <a:gd name="connsiteY42" fmla="*/ 1382355 h 1791309"/>
              <a:gd name="connsiteX43" fmla="*/ 9315048 w 12192000"/>
              <a:gd name="connsiteY43" fmla="*/ 1428626 h 1791309"/>
              <a:gd name="connsiteX44" fmla="*/ 9209077 w 12192000"/>
              <a:gd name="connsiteY44" fmla="*/ 1448049 h 1791309"/>
              <a:gd name="connsiteX45" fmla="*/ 9133300 w 12192000"/>
              <a:gd name="connsiteY45" fmla="*/ 1456152 h 1791309"/>
              <a:gd name="connsiteX46" fmla="*/ 9031264 w 12192000"/>
              <a:gd name="connsiteY46" fmla="*/ 1462053 h 1791309"/>
              <a:gd name="connsiteX47" fmla="*/ 8983321 w 12192000"/>
              <a:gd name="connsiteY47" fmla="*/ 1464616 h 1791309"/>
              <a:gd name="connsiteX48" fmla="*/ 8983035 w 12192000"/>
              <a:gd name="connsiteY48" fmla="*/ 1464417 h 1791309"/>
              <a:gd name="connsiteX49" fmla="*/ 8974072 w 12192000"/>
              <a:gd name="connsiteY49" fmla="*/ 1465390 h 1791309"/>
              <a:gd name="connsiteX50" fmla="*/ 8968242 w 12192000"/>
              <a:gd name="connsiteY50" fmla="*/ 1467079 h 1791309"/>
              <a:gd name="connsiteX51" fmla="*/ 8952199 w 12192000"/>
              <a:gd name="connsiteY51" fmla="*/ 1469700 h 1791309"/>
              <a:gd name="connsiteX52" fmla="*/ 8945873 w 12192000"/>
              <a:gd name="connsiteY52" fmla="*/ 1469099 h 1791309"/>
              <a:gd name="connsiteX53" fmla="*/ 8940905 w 12192000"/>
              <a:gd name="connsiteY53" fmla="*/ 1467238 h 1791309"/>
              <a:gd name="connsiteX54" fmla="*/ 8906846 w 12192000"/>
              <a:gd name="connsiteY54" fmla="*/ 1464481 h 1791309"/>
              <a:gd name="connsiteX55" fmla="*/ 8730411 w 12192000"/>
              <a:gd name="connsiteY55" fmla="*/ 1479838 h 1791309"/>
              <a:gd name="connsiteX56" fmla="*/ 8685834 w 12192000"/>
              <a:gd name="connsiteY56" fmla="*/ 1481431 h 1791309"/>
              <a:gd name="connsiteX57" fmla="*/ 8574116 w 12192000"/>
              <a:gd name="connsiteY57" fmla="*/ 1488166 h 1791309"/>
              <a:gd name="connsiteX58" fmla="*/ 8503254 w 12192000"/>
              <a:gd name="connsiteY58" fmla="*/ 1475627 h 1791309"/>
              <a:gd name="connsiteX59" fmla="*/ 8489028 w 12192000"/>
              <a:gd name="connsiteY59" fmla="*/ 1480483 h 1791309"/>
              <a:gd name="connsiteX60" fmla="*/ 8484222 w 12192000"/>
              <a:gd name="connsiteY60" fmla="*/ 1482955 h 1791309"/>
              <a:gd name="connsiteX61" fmla="*/ 8476034 w 12192000"/>
              <a:gd name="connsiteY61" fmla="*/ 1485197 h 1791309"/>
              <a:gd name="connsiteX62" fmla="*/ 8475659 w 12192000"/>
              <a:gd name="connsiteY62" fmla="*/ 1485048 h 1791309"/>
              <a:gd name="connsiteX63" fmla="*/ 8468325 w 12192000"/>
              <a:gd name="connsiteY63" fmla="*/ 1487552 h 1791309"/>
              <a:gd name="connsiteX64" fmla="*/ 8401298 w 12192000"/>
              <a:gd name="connsiteY64" fmla="*/ 1493672 h 1791309"/>
              <a:gd name="connsiteX65" fmla="*/ 8390295 w 12192000"/>
              <a:gd name="connsiteY65" fmla="*/ 1502138 h 1791309"/>
              <a:gd name="connsiteX66" fmla="*/ 8370102 w 12192000"/>
              <a:gd name="connsiteY66" fmla="*/ 1508730 h 1791309"/>
              <a:gd name="connsiteX67" fmla="*/ 8248843 w 12192000"/>
              <a:gd name="connsiteY67" fmla="*/ 1537060 h 1791309"/>
              <a:gd name="connsiteX68" fmla="*/ 8244399 w 12192000"/>
              <a:gd name="connsiteY68" fmla="*/ 1538596 h 1791309"/>
              <a:gd name="connsiteX69" fmla="*/ 8241700 w 12192000"/>
              <a:gd name="connsiteY69" fmla="*/ 1538396 h 1791309"/>
              <a:gd name="connsiteX70" fmla="*/ 8230388 w 12192000"/>
              <a:gd name="connsiteY70" fmla="*/ 1546517 h 1791309"/>
              <a:gd name="connsiteX71" fmla="*/ 8224228 w 12192000"/>
              <a:gd name="connsiteY71" fmla="*/ 1557267 h 1791309"/>
              <a:gd name="connsiteX72" fmla="*/ 8199666 w 12192000"/>
              <a:gd name="connsiteY72" fmla="*/ 1559012 h 1791309"/>
              <a:gd name="connsiteX73" fmla="*/ 8194548 w 12192000"/>
              <a:gd name="connsiteY73" fmla="*/ 1565013 h 1791309"/>
              <a:gd name="connsiteX74" fmla="*/ 8165771 w 12192000"/>
              <a:gd name="connsiteY74" fmla="*/ 1579116 h 1791309"/>
              <a:gd name="connsiteX75" fmla="*/ 8116832 w 12192000"/>
              <a:gd name="connsiteY75" fmla="*/ 1608547 h 1791309"/>
              <a:gd name="connsiteX76" fmla="*/ 8089016 w 12192000"/>
              <a:gd name="connsiteY76" fmla="*/ 1617129 h 1791309"/>
              <a:gd name="connsiteX77" fmla="*/ 8074658 w 12192000"/>
              <a:gd name="connsiteY77" fmla="*/ 1626971 h 1791309"/>
              <a:gd name="connsiteX78" fmla="*/ 8068056 w 12192000"/>
              <a:gd name="connsiteY78" fmla="*/ 1627924 h 1791309"/>
              <a:gd name="connsiteX79" fmla="*/ 8046900 w 12192000"/>
              <a:gd name="connsiteY79" fmla="*/ 1634483 h 1791309"/>
              <a:gd name="connsiteX80" fmla="*/ 8034634 w 12192000"/>
              <a:gd name="connsiteY80" fmla="*/ 1637466 h 1791309"/>
              <a:gd name="connsiteX81" fmla="*/ 8029700 w 12192000"/>
              <a:gd name="connsiteY81" fmla="*/ 1638364 h 1791309"/>
              <a:gd name="connsiteX82" fmla="*/ 7987514 w 12192000"/>
              <a:gd name="connsiteY82" fmla="*/ 1638160 h 1791309"/>
              <a:gd name="connsiteX83" fmla="*/ 7960991 w 12192000"/>
              <a:gd name="connsiteY83" fmla="*/ 1648892 h 1791309"/>
              <a:gd name="connsiteX84" fmla="*/ 7937606 w 12192000"/>
              <a:gd name="connsiteY84" fmla="*/ 1650659 h 1791309"/>
              <a:gd name="connsiteX85" fmla="*/ 7931522 w 12192000"/>
              <a:gd name="connsiteY85" fmla="*/ 1653082 h 1791309"/>
              <a:gd name="connsiteX86" fmla="*/ 7872444 w 12192000"/>
              <a:gd name="connsiteY86" fmla="*/ 1652202 h 1791309"/>
              <a:gd name="connsiteX87" fmla="*/ 7832232 w 12192000"/>
              <a:gd name="connsiteY87" fmla="*/ 1658594 h 1791309"/>
              <a:gd name="connsiteX88" fmla="*/ 7744332 w 12192000"/>
              <a:gd name="connsiteY88" fmla="*/ 1657695 h 1791309"/>
              <a:gd name="connsiteX89" fmla="*/ 7723062 w 12192000"/>
              <a:gd name="connsiteY89" fmla="*/ 1658222 h 1791309"/>
              <a:gd name="connsiteX90" fmla="*/ 7705682 w 12192000"/>
              <a:gd name="connsiteY90" fmla="*/ 1664606 h 1791309"/>
              <a:gd name="connsiteX91" fmla="*/ 7702441 w 12192000"/>
              <a:gd name="connsiteY91" fmla="*/ 1671260 h 1791309"/>
              <a:gd name="connsiteX92" fmla="*/ 7690889 w 12192000"/>
              <a:gd name="connsiteY92" fmla="*/ 1672499 h 1791309"/>
              <a:gd name="connsiteX93" fmla="*/ 7688002 w 12192000"/>
              <a:gd name="connsiteY93" fmla="*/ 1674071 h 1791309"/>
              <a:gd name="connsiteX94" fmla="*/ 7671275 w 12192000"/>
              <a:gd name="connsiteY94" fmla="*/ 1681835 h 1791309"/>
              <a:gd name="connsiteX95" fmla="*/ 7585018 w 12192000"/>
              <a:gd name="connsiteY95" fmla="*/ 1675431 h 1791309"/>
              <a:gd name="connsiteX96" fmla="*/ 7471472 w 12192000"/>
              <a:gd name="connsiteY96" fmla="*/ 1682487 h 1791309"/>
              <a:gd name="connsiteX97" fmla="*/ 7381391 w 12192000"/>
              <a:gd name="connsiteY97" fmla="*/ 1689122 h 1791309"/>
              <a:gd name="connsiteX98" fmla="*/ 7292528 w 12192000"/>
              <a:gd name="connsiteY98" fmla="*/ 1689863 h 1791309"/>
              <a:gd name="connsiteX99" fmla="*/ 7226210 w 12192000"/>
              <a:gd name="connsiteY99" fmla="*/ 1684783 h 1791309"/>
              <a:gd name="connsiteX100" fmla="*/ 7179107 w 12192000"/>
              <a:gd name="connsiteY100" fmla="*/ 1664705 h 1791309"/>
              <a:gd name="connsiteX101" fmla="*/ 7176110 w 12192000"/>
              <a:gd name="connsiteY101" fmla="*/ 1667956 h 1791309"/>
              <a:gd name="connsiteX102" fmla="*/ 7149935 w 12192000"/>
              <a:gd name="connsiteY102" fmla="*/ 1671723 h 1791309"/>
              <a:gd name="connsiteX103" fmla="*/ 7076173 w 12192000"/>
              <a:gd name="connsiteY103" fmla="*/ 1681613 h 1791309"/>
              <a:gd name="connsiteX104" fmla="*/ 7002038 w 12192000"/>
              <a:gd name="connsiteY104" fmla="*/ 1684528 h 1791309"/>
              <a:gd name="connsiteX105" fmla="*/ 6883473 w 12192000"/>
              <a:gd name="connsiteY105" fmla="*/ 1705122 h 1791309"/>
              <a:gd name="connsiteX106" fmla="*/ 6692022 w 12192000"/>
              <a:gd name="connsiteY106" fmla="*/ 1713707 h 1791309"/>
              <a:gd name="connsiteX107" fmla="*/ 6589722 w 12192000"/>
              <a:gd name="connsiteY107" fmla="*/ 1723098 h 1791309"/>
              <a:gd name="connsiteX108" fmla="*/ 6301694 w 12192000"/>
              <a:gd name="connsiteY108" fmla="*/ 1743703 h 1791309"/>
              <a:gd name="connsiteX109" fmla="*/ 6183195 w 12192000"/>
              <a:gd name="connsiteY109" fmla="*/ 1758873 h 1791309"/>
              <a:gd name="connsiteX110" fmla="*/ 6123126 w 12192000"/>
              <a:gd name="connsiteY110" fmla="*/ 1768552 h 1791309"/>
              <a:gd name="connsiteX111" fmla="*/ 6096136 w 12192000"/>
              <a:gd name="connsiteY111" fmla="*/ 1767260 h 1791309"/>
              <a:gd name="connsiteX112" fmla="*/ 6032917 w 12192000"/>
              <a:gd name="connsiteY112" fmla="*/ 1781697 h 1791309"/>
              <a:gd name="connsiteX113" fmla="*/ 5977870 w 12192000"/>
              <a:gd name="connsiteY113" fmla="*/ 1771268 h 1791309"/>
              <a:gd name="connsiteX114" fmla="*/ 5916336 w 12192000"/>
              <a:gd name="connsiteY114" fmla="*/ 1780879 h 1791309"/>
              <a:gd name="connsiteX115" fmla="*/ 5867980 w 12192000"/>
              <a:gd name="connsiteY115" fmla="*/ 1783724 h 1791309"/>
              <a:gd name="connsiteX116" fmla="*/ 5743302 w 12192000"/>
              <a:gd name="connsiteY116" fmla="*/ 1782136 h 1791309"/>
              <a:gd name="connsiteX117" fmla="*/ 5607054 w 12192000"/>
              <a:gd name="connsiteY117" fmla="*/ 1775578 h 1791309"/>
              <a:gd name="connsiteX118" fmla="*/ 5507342 w 12192000"/>
              <a:gd name="connsiteY118" fmla="*/ 1791309 h 1791309"/>
              <a:gd name="connsiteX119" fmla="*/ 5421508 w 12192000"/>
              <a:gd name="connsiteY119" fmla="*/ 1781856 h 1791309"/>
              <a:gd name="connsiteX120" fmla="*/ 5361713 w 12192000"/>
              <a:gd name="connsiteY120" fmla="*/ 1773980 h 1791309"/>
              <a:gd name="connsiteX121" fmla="*/ 5241786 w 12192000"/>
              <a:gd name="connsiteY121" fmla="*/ 1756656 h 1791309"/>
              <a:gd name="connsiteX122" fmla="*/ 5202963 w 12192000"/>
              <a:gd name="connsiteY122" fmla="*/ 1747306 h 1791309"/>
              <a:gd name="connsiteX123" fmla="*/ 5154668 w 12192000"/>
              <a:gd name="connsiteY123" fmla="*/ 1744668 h 1791309"/>
              <a:gd name="connsiteX124" fmla="*/ 5136547 w 12192000"/>
              <a:gd name="connsiteY124" fmla="*/ 1738620 h 1791309"/>
              <a:gd name="connsiteX125" fmla="*/ 5122587 w 12192000"/>
              <a:gd name="connsiteY125" fmla="*/ 1735756 h 1791309"/>
              <a:gd name="connsiteX126" fmla="*/ 5119579 w 12192000"/>
              <a:gd name="connsiteY126" fmla="*/ 1734004 h 1791309"/>
              <a:gd name="connsiteX127" fmla="*/ 5101616 w 12192000"/>
              <a:gd name="connsiteY127" fmla="*/ 1724948 h 1791309"/>
              <a:gd name="connsiteX128" fmla="*/ 5045783 w 12192000"/>
              <a:gd name="connsiteY128" fmla="*/ 1730209 h 1791309"/>
              <a:gd name="connsiteX129" fmla="*/ 4991477 w 12192000"/>
              <a:gd name="connsiteY129" fmla="*/ 1716450 h 1791309"/>
              <a:gd name="connsiteX130" fmla="*/ 4820387 w 12192000"/>
              <a:gd name="connsiteY130" fmla="*/ 1695973 h 1791309"/>
              <a:gd name="connsiteX131" fmla="*/ 4755339 w 12192000"/>
              <a:gd name="connsiteY131" fmla="*/ 1700569 h 1791309"/>
              <a:gd name="connsiteX132" fmla="*/ 4714053 w 12192000"/>
              <a:gd name="connsiteY132" fmla="*/ 1695822 h 1791309"/>
              <a:gd name="connsiteX133" fmla="*/ 4691073 w 12192000"/>
              <a:gd name="connsiteY133" fmla="*/ 1693377 h 1791309"/>
              <a:gd name="connsiteX134" fmla="*/ 4495727 w 12192000"/>
              <a:gd name="connsiteY134" fmla="*/ 1656633 h 1791309"/>
              <a:gd name="connsiteX135" fmla="*/ 4428317 w 12192000"/>
              <a:gd name="connsiteY135" fmla="*/ 1646311 h 1791309"/>
              <a:gd name="connsiteX136" fmla="*/ 4424455 w 12192000"/>
              <a:gd name="connsiteY136" fmla="*/ 1646545 h 1791309"/>
              <a:gd name="connsiteX137" fmla="*/ 4418141 w 12192000"/>
              <a:gd name="connsiteY137" fmla="*/ 1643457 h 1791309"/>
              <a:gd name="connsiteX138" fmla="*/ 4389054 w 12192000"/>
              <a:gd name="connsiteY138" fmla="*/ 1635100 h 1791309"/>
              <a:gd name="connsiteX139" fmla="*/ 4243963 w 12192000"/>
              <a:gd name="connsiteY139" fmla="*/ 1600547 h 1791309"/>
              <a:gd name="connsiteX140" fmla="*/ 4230390 w 12192000"/>
              <a:gd name="connsiteY140" fmla="*/ 1596782 h 1791309"/>
              <a:gd name="connsiteX141" fmla="*/ 4151096 w 12192000"/>
              <a:gd name="connsiteY141" fmla="*/ 1589415 h 1791309"/>
              <a:gd name="connsiteX142" fmla="*/ 4091729 w 12192000"/>
              <a:gd name="connsiteY142" fmla="*/ 1565484 h 1791309"/>
              <a:gd name="connsiteX143" fmla="*/ 3994992 w 12192000"/>
              <a:gd name="connsiteY143" fmla="*/ 1554250 h 1791309"/>
              <a:gd name="connsiteX144" fmla="*/ 3898778 w 12192000"/>
              <a:gd name="connsiteY144" fmla="*/ 1546088 h 1791309"/>
              <a:gd name="connsiteX145" fmla="*/ 3863728 w 12192000"/>
              <a:gd name="connsiteY145" fmla="*/ 1544567 h 1791309"/>
              <a:gd name="connsiteX146" fmla="*/ 3729252 w 12192000"/>
              <a:gd name="connsiteY146" fmla="*/ 1544592 h 1791309"/>
              <a:gd name="connsiteX147" fmla="*/ 3716543 w 12192000"/>
              <a:gd name="connsiteY147" fmla="*/ 1541771 h 1791309"/>
              <a:gd name="connsiteX148" fmla="*/ 3715389 w 12192000"/>
              <a:gd name="connsiteY148" fmla="*/ 1538406 h 1791309"/>
              <a:gd name="connsiteX149" fmla="*/ 3682391 w 12192000"/>
              <a:gd name="connsiteY149" fmla="*/ 1529372 h 1791309"/>
              <a:gd name="connsiteX150" fmla="*/ 3669607 w 12192000"/>
              <a:gd name="connsiteY150" fmla="*/ 1534463 h 1791309"/>
              <a:gd name="connsiteX151" fmla="*/ 3669577 w 12192000"/>
              <a:gd name="connsiteY151" fmla="*/ 1534458 h 1791309"/>
              <a:gd name="connsiteX152" fmla="*/ 3660365 w 12192000"/>
              <a:gd name="connsiteY152" fmla="*/ 1531370 h 1791309"/>
              <a:gd name="connsiteX153" fmla="*/ 3637171 w 12192000"/>
              <a:gd name="connsiteY153" fmla="*/ 1523813 h 1791309"/>
              <a:gd name="connsiteX154" fmla="*/ 3636519 w 12192000"/>
              <a:gd name="connsiteY154" fmla="*/ 1523773 h 1791309"/>
              <a:gd name="connsiteX155" fmla="*/ 3589716 w 12192000"/>
              <a:gd name="connsiteY155" fmla="*/ 1506360 h 1791309"/>
              <a:gd name="connsiteX156" fmla="*/ 3583541 w 12192000"/>
              <a:gd name="connsiteY156" fmla="*/ 1507469 h 1791309"/>
              <a:gd name="connsiteX157" fmla="*/ 3574426 w 12192000"/>
              <a:gd name="connsiteY157" fmla="*/ 1507574 h 1791309"/>
              <a:gd name="connsiteX158" fmla="*/ 3574190 w 12192000"/>
              <a:gd name="connsiteY158" fmla="*/ 1507350 h 1791309"/>
              <a:gd name="connsiteX159" fmla="*/ 3565671 w 12192000"/>
              <a:gd name="connsiteY159" fmla="*/ 1507894 h 1791309"/>
              <a:gd name="connsiteX160" fmla="*/ 3515816 w 12192000"/>
              <a:gd name="connsiteY160" fmla="*/ 1499688 h 1791309"/>
              <a:gd name="connsiteX161" fmla="*/ 3452912 w 12192000"/>
              <a:gd name="connsiteY161" fmla="*/ 1496444 h 1791309"/>
              <a:gd name="connsiteX162" fmla="*/ 3380405 w 12192000"/>
              <a:gd name="connsiteY162" fmla="*/ 1486216 h 1791309"/>
              <a:gd name="connsiteX163" fmla="*/ 3343625 w 12192000"/>
              <a:gd name="connsiteY163" fmla="*/ 1500147 h 1791309"/>
              <a:gd name="connsiteX164" fmla="*/ 3323774 w 12192000"/>
              <a:gd name="connsiteY164" fmla="*/ 1501476 h 1791309"/>
              <a:gd name="connsiteX165" fmla="*/ 3321444 w 12192000"/>
              <a:gd name="connsiteY165" fmla="*/ 1500659 h 1791309"/>
              <a:gd name="connsiteX166" fmla="*/ 3242143 w 12192000"/>
              <a:gd name="connsiteY166" fmla="*/ 1505268 h 1791309"/>
              <a:gd name="connsiteX167" fmla="*/ 3122401 w 12192000"/>
              <a:gd name="connsiteY167" fmla="*/ 1511314 h 1791309"/>
              <a:gd name="connsiteX168" fmla="*/ 3010177 w 12192000"/>
              <a:gd name="connsiteY168" fmla="*/ 1513132 h 1791309"/>
              <a:gd name="connsiteX169" fmla="*/ 2782615 w 12192000"/>
              <a:gd name="connsiteY169" fmla="*/ 1509375 h 1791309"/>
              <a:gd name="connsiteX170" fmla="*/ 2668665 w 12192000"/>
              <a:gd name="connsiteY170" fmla="*/ 1517660 h 1791309"/>
              <a:gd name="connsiteX171" fmla="*/ 2548073 w 12192000"/>
              <a:gd name="connsiteY171" fmla="*/ 1516667 h 1791309"/>
              <a:gd name="connsiteX172" fmla="*/ 2423377 w 12192000"/>
              <a:gd name="connsiteY172" fmla="*/ 1527776 h 1791309"/>
              <a:gd name="connsiteX173" fmla="*/ 2295298 w 12192000"/>
              <a:gd name="connsiteY173" fmla="*/ 1534368 h 1791309"/>
              <a:gd name="connsiteX174" fmla="*/ 2188781 w 12192000"/>
              <a:gd name="connsiteY174" fmla="*/ 1529677 h 1791309"/>
              <a:gd name="connsiteX175" fmla="*/ 2074855 w 12192000"/>
              <a:gd name="connsiteY175" fmla="*/ 1515446 h 1791309"/>
              <a:gd name="connsiteX176" fmla="*/ 2012587 w 12192000"/>
              <a:gd name="connsiteY176" fmla="*/ 1522487 h 1791309"/>
              <a:gd name="connsiteX177" fmla="*/ 1932075 w 12192000"/>
              <a:gd name="connsiteY177" fmla="*/ 1517914 h 1791309"/>
              <a:gd name="connsiteX178" fmla="*/ 1908490 w 12192000"/>
              <a:gd name="connsiteY178" fmla="*/ 1526423 h 1791309"/>
              <a:gd name="connsiteX179" fmla="*/ 1908410 w 12192000"/>
              <a:gd name="connsiteY179" fmla="*/ 1526410 h 1791309"/>
              <a:gd name="connsiteX180" fmla="*/ 1901918 w 12192000"/>
              <a:gd name="connsiteY180" fmla="*/ 1522410 h 1791309"/>
              <a:gd name="connsiteX181" fmla="*/ 1876753 w 12192000"/>
              <a:gd name="connsiteY181" fmla="*/ 1517619 h 1791309"/>
              <a:gd name="connsiteX182" fmla="*/ 1858194 w 12192000"/>
              <a:gd name="connsiteY182" fmla="*/ 1522343 h 1791309"/>
              <a:gd name="connsiteX183" fmla="*/ 1702657 w 12192000"/>
              <a:gd name="connsiteY183" fmla="*/ 1510562 h 1791309"/>
              <a:gd name="connsiteX184" fmla="*/ 1701421 w 12192000"/>
              <a:gd name="connsiteY184" fmla="*/ 1510775 h 1791309"/>
              <a:gd name="connsiteX185" fmla="*/ 1699973 w 12192000"/>
              <a:gd name="connsiteY185" fmla="*/ 1507739 h 1791309"/>
              <a:gd name="connsiteX186" fmla="*/ 1682526 w 12192000"/>
              <a:gd name="connsiteY186" fmla="*/ 1504598 h 1791309"/>
              <a:gd name="connsiteX187" fmla="*/ 1677380 w 12192000"/>
              <a:gd name="connsiteY187" fmla="*/ 1504851 h 1791309"/>
              <a:gd name="connsiteX188" fmla="*/ 1670304 w 12192000"/>
              <a:gd name="connsiteY188" fmla="*/ 1503744 h 1791309"/>
              <a:gd name="connsiteX189" fmla="*/ 1670197 w 12192000"/>
              <a:gd name="connsiteY189" fmla="*/ 1503497 h 1791309"/>
              <a:gd name="connsiteX190" fmla="*/ 1626301 w 12192000"/>
              <a:gd name="connsiteY190" fmla="*/ 1474931 h 1791309"/>
              <a:gd name="connsiteX191" fmla="*/ 1535119 w 12192000"/>
              <a:gd name="connsiteY191" fmla="*/ 1463075 h 1791309"/>
              <a:gd name="connsiteX192" fmla="*/ 1531340 w 12192000"/>
              <a:gd name="connsiteY192" fmla="*/ 1461293 h 1791309"/>
              <a:gd name="connsiteX193" fmla="*/ 1498454 w 12192000"/>
              <a:gd name="connsiteY193" fmla="*/ 1463478 h 1791309"/>
              <a:gd name="connsiteX194" fmla="*/ 1478806 w 12192000"/>
              <a:gd name="connsiteY194" fmla="*/ 1464611 h 1791309"/>
              <a:gd name="connsiteX195" fmla="*/ 1358081 w 12192000"/>
              <a:gd name="connsiteY195" fmla="*/ 1455545 h 1791309"/>
              <a:gd name="connsiteX196" fmla="*/ 1222449 w 12192000"/>
              <a:gd name="connsiteY196" fmla="*/ 1455454 h 1791309"/>
              <a:gd name="connsiteX197" fmla="*/ 1180983 w 12192000"/>
              <a:gd name="connsiteY197" fmla="*/ 1440557 h 1791309"/>
              <a:gd name="connsiteX198" fmla="*/ 1018426 w 12192000"/>
              <a:gd name="connsiteY198" fmla="*/ 1400226 h 1791309"/>
              <a:gd name="connsiteX199" fmla="*/ 940021 w 12192000"/>
              <a:gd name="connsiteY199" fmla="*/ 1409452 h 1791309"/>
              <a:gd name="connsiteX200" fmla="*/ 940362 w 12192000"/>
              <a:gd name="connsiteY200" fmla="*/ 1408090 h 1791309"/>
              <a:gd name="connsiteX201" fmla="*/ 927147 w 12192000"/>
              <a:gd name="connsiteY201" fmla="*/ 1407436 h 1791309"/>
              <a:gd name="connsiteX202" fmla="*/ 915481 w 12192000"/>
              <a:gd name="connsiteY202" fmla="*/ 1395526 h 1791309"/>
              <a:gd name="connsiteX203" fmla="*/ 884363 w 12192000"/>
              <a:gd name="connsiteY203" fmla="*/ 1395024 h 1791309"/>
              <a:gd name="connsiteX204" fmla="*/ 883522 w 12192000"/>
              <a:gd name="connsiteY204" fmla="*/ 1400267 h 1791309"/>
              <a:gd name="connsiteX205" fmla="*/ 865903 w 12192000"/>
              <a:gd name="connsiteY205" fmla="*/ 1394324 h 1791309"/>
              <a:gd name="connsiteX206" fmla="*/ 790832 w 12192000"/>
              <a:gd name="connsiteY206" fmla="*/ 1370999 h 1791309"/>
              <a:gd name="connsiteX207" fmla="*/ 749766 w 12192000"/>
              <a:gd name="connsiteY207" fmla="*/ 1353216 h 1791309"/>
              <a:gd name="connsiteX208" fmla="*/ 705470 w 12192000"/>
              <a:gd name="connsiteY208" fmla="*/ 1354328 h 1791309"/>
              <a:gd name="connsiteX209" fmla="*/ 692371 w 12192000"/>
              <a:gd name="connsiteY209" fmla="*/ 1343942 h 1791309"/>
              <a:gd name="connsiteX210" fmla="*/ 690203 w 12192000"/>
              <a:gd name="connsiteY210" fmla="*/ 1341970 h 1791309"/>
              <a:gd name="connsiteX211" fmla="*/ 679574 w 12192000"/>
              <a:gd name="connsiteY211" fmla="*/ 1338069 h 1791309"/>
              <a:gd name="connsiteX212" fmla="*/ 679009 w 12192000"/>
              <a:gd name="connsiteY212" fmla="*/ 1331966 h 1791309"/>
              <a:gd name="connsiteX213" fmla="*/ 664756 w 12192000"/>
              <a:gd name="connsiteY213" fmla="*/ 1322509 h 1791309"/>
              <a:gd name="connsiteX214" fmla="*/ 644515 w 12192000"/>
              <a:gd name="connsiteY214" fmla="*/ 1316732 h 1791309"/>
              <a:gd name="connsiteX215" fmla="*/ 545716 w 12192000"/>
              <a:gd name="connsiteY215" fmla="*/ 1294878 h 1791309"/>
              <a:gd name="connsiteX216" fmla="*/ 488094 w 12192000"/>
              <a:gd name="connsiteY216" fmla="*/ 1278596 h 1791309"/>
              <a:gd name="connsiteX217" fmla="*/ 468538 w 12192000"/>
              <a:gd name="connsiteY217" fmla="*/ 1267376 h 1791309"/>
              <a:gd name="connsiteX218" fmla="*/ 439655 w 12192000"/>
              <a:gd name="connsiteY218" fmla="*/ 1255090 h 1791309"/>
              <a:gd name="connsiteX219" fmla="*/ 390496 w 12192000"/>
              <a:gd name="connsiteY219" fmla="*/ 1229512 h 1791309"/>
              <a:gd name="connsiteX220" fmla="*/ 362616 w 12192000"/>
              <a:gd name="connsiteY220" fmla="*/ 1221981 h 1791309"/>
              <a:gd name="connsiteX221" fmla="*/ 348184 w 12192000"/>
              <a:gd name="connsiteY221" fmla="*/ 1213437 h 1791309"/>
              <a:gd name="connsiteX222" fmla="*/ 341576 w 12192000"/>
              <a:gd name="connsiteY222" fmla="*/ 1212583 h 1791309"/>
              <a:gd name="connsiteX223" fmla="*/ 320370 w 12192000"/>
              <a:gd name="connsiteY223" fmla="*/ 1206827 h 1791309"/>
              <a:gd name="connsiteX224" fmla="*/ 308082 w 12192000"/>
              <a:gd name="connsiteY224" fmla="*/ 1204195 h 1791309"/>
              <a:gd name="connsiteX225" fmla="*/ 303141 w 12192000"/>
              <a:gd name="connsiteY225" fmla="*/ 1203396 h 1791309"/>
              <a:gd name="connsiteX226" fmla="*/ 260955 w 12192000"/>
              <a:gd name="connsiteY226" fmla="*/ 1203345 h 1791309"/>
              <a:gd name="connsiteX227" fmla="*/ 234352 w 12192000"/>
              <a:gd name="connsiteY227" fmla="*/ 1193972 h 1791309"/>
              <a:gd name="connsiteX228" fmla="*/ 210954 w 12192000"/>
              <a:gd name="connsiteY228" fmla="*/ 1192326 h 1791309"/>
              <a:gd name="connsiteX229" fmla="*/ 204851 w 12192000"/>
              <a:gd name="connsiteY229" fmla="*/ 1190210 h 1791309"/>
              <a:gd name="connsiteX230" fmla="*/ 145778 w 12192000"/>
              <a:gd name="connsiteY230" fmla="*/ 1190651 h 1791309"/>
              <a:gd name="connsiteX231" fmla="*/ 105518 w 12192000"/>
              <a:gd name="connsiteY231" fmla="*/ 1184937 h 1791309"/>
              <a:gd name="connsiteX232" fmla="*/ 17623 w 12192000"/>
              <a:gd name="connsiteY232" fmla="*/ 1185238 h 1791309"/>
              <a:gd name="connsiteX233" fmla="*/ 0 w 12192000"/>
              <a:gd name="connsiteY233" fmla="*/ 1184768 h 1791309"/>
              <a:gd name="connsiteX234" fmla="*/ 0 w 12192000"/>
              <a:gd name="connsiteY234" fmla="*/ 0 h 1791309"/>
              <a:gd name="connsiteX235" fmla="*/ 0 w 12192000"/>
              <a:gd name="connsiteY235" fmla="*/ 0 h 1783724"/>
              <a:gd name="connsiteX236" fmla="*/ 0 w 12192000"/>
              <a:gd name="connsiteY236" fmla="*/ 0 h 1783724"/>
              <a:gd name="connsiteX237" fmla="*/ 0 w 12192000"/>
              <a:gd name="connsiteY237" fmla="*/ 0 h 1783724"/>
              <a:gd name="connsiteX238" fmla="*/ 0 w 12192000"/>
              <a:gd name="connsiteY238" fmla="*/ 0 h 1783724"/>
              <a:gd name="connsiteX239" fmla="*/ 0 w 12192000"/>
              <a:gd name="connsiteY239" fmla="*/ 0 h 1783724"/>
              <a:gd name="connsiteX240" fmla="*/ 0 w 12192000"/>
              <a:gd name="connsiteY240" fmla="*/ 0 h 1783724"/>
              <a:gd name="connsiteX241" fmla="*/ 0 w 12192000"/>
              <a:gd name="connsiteY241" fmla="*/ 0 h 1783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Lst>
            <a:rect l="l" t="t" r="r" b="b"/>
            <a:pathLst>
              <a:path w="12192000" h="1791307">
                <a:moveTo>
                  <a:pt x="0" y="0"/>
                </a:moveTo>
                <a:lnTo>
                  <a:pt x="12192000" y="0"/>
                </a:lnTo>
                <a:lnTo>
                  <a:pt x="12192000" y="1129867"/>
                </a:lnTo>
                <a:lnTo>
                  <a:pt x="12174158" y="1133797"/>
                </a:lnTo>
                <a:cubicBezTo>
                  <a:pt x="12157454" y="1140721"/>
                  <a:pt x="12149351" y="1153443"/>
                  <a:pt x="12111983" y="1161939"/>
                </a:cubicBezTo>
                <a:cubicBezTo>
                  <a:pt x="12087726" y="1155702"/>
                  <a:pt x="11984402" y="1203449"/>
                  <a:pt x="11967186" y="1201206"/>
                </a:cubicBezTo>
                <a:cubicBezTo>
                  <a:pt x="11967750" y="1205818"/>
                  <a:pt x="11957788" y="1208973"/>
                  <a:pt x="11953646" y="1205499"/>
                </a:cubicBezTo>
                <a:cubicBezTo>
                  <a:pt x="11874988" y="1196071"/>
                  <a:pt x="11923725" y="1235156"/>
                  <a:pt x="11874413" y="1213569"/>
                </a:cubicBezTo>
                <a:cubicBezTo>
                  <a:pt x="11842982" y="1211016"/>
                  <a:pt x="11850046" y="1264113"/>
                  <a:pt x="11815251" y="1241020"/>
                </a:cubicBezTo>
                <a:cubicBezTo>
                  <a:pt x="11777292" y="1243792"/>
                  <a:pt x="11755474" y="1265077"/>
                  <a:pt x="11718610" y="1253479"/>
                </a:cubicBezTo>
                <a:cubicBezTo>
                  <a:pt x="11683080" y="1256158"/>
                  <a:pt x="11653383" y="1266402"/>
                  <a:pt x="11622463" y="1262368"/>
                </a:cubicBezTo>
                <a:cubicBezTo>
                  <a:pt x="11611100" y="1269615"/>
                  <a:pt x="11599917" y="1272947"/>
                  <a:pt x="11587426" y="1263916"/>
                </a:cubicBezTo>
                <a:lnTo>
                  <a:pt x="11471543" y="1280394"/>
                </a:lnTo>
                <a:cubicBezTo>
                  <a:pt x="11480443" y="1295700"/>
                  <a:pt x="11403671" y="1266178"/>
                  <a:pt x="11406215" y="1280453"/>
                </a:cubicBezTo>
                <a:cubicBezTo>
                  <a:pt x="11384948" y="1263081"/>
                  <a:pt x="11383757" y="1289202"/>
                  <a:pt x="11361043" y="1286632"/>
                </a:cubicBezTo>
                <a:cubicBezTo>
                  <a:pt x="11336582" y="1287680"/>
                  <a:pt x="11298132" y="1293514"/>
                  <a:pt x="11259450" y="1286738"/>
                </a:cubicBezTo>
                <a:cubicBezTo>
                  <a:pt x="11218591" y="1278110"/>
                  <a:pt x="11200256" y="1320872"/>
                  <a:pt x="11154950" y="1291274"/>
                </a:cubicBezTo>
                <a:cubicBezTo>
                  <a:pt x="11111513" y="1290650"/>
                  <a:pt x="11088472" y="1292909"/>
                  <a:pt x="11055163" y="1282991"/>
                </a:cubicBezTo>
                <a:cubicBezTo>
                  <a:pt x="11032544" y="1281021"/>
                  <a:pt x="10996199" y="1284394"/>
                  <a:pt x="10959430" y="1284028"/>
                </a:cubicBezTo>
                <a:cubicBezTo>
                  <a:pt x="10931591" y="1287404"/>
                  <a:pt x="10905508" y="1291463"/>
                  <a:pt x="10886552" y="1294734"/>
                </a:cubicBezTo>
                <a:cubicBezTo>
                  <a:pt x="10880420" y="1303453"/>
                  <a:pt x="10841339" y="1295806"/>
                  <a:pt x="10832696" y="1296692"/>
                </a:cubicBezTo>
                <a:cubicBezTo>
                  <a:pt x="10823079" y="1304372"/>
                  <a:pt x="10783778" y="1279364"/>
                  <a:pt x="10772242" y="1273555"/>
                </a:cubicBezTo>
                <a:lnTo>
                  <a:pt x="10696254" y="1259247"/>
                </a:lnTo>
                <a:lnTo>
                  <a:pt x="10577832" y="1255994"/>
                </a:lnTo>
                <a:cubicBezTo>
                  <a:pt x="10578169" y="1226829"/>
                  <a:pt x="10521442" y="1275048"/>
                  <a:pt x="10531976" y="1249692"/>
                </a:cubicBezTo>
                <a:cubicBezTo>
                  <a:pt x="10499819" y="1253413"/>
                  <a:pt x="10485745" y="1214474"/>
                  <a:pt x="10453101" y="1241000"/>
                </a:cubicBezTo>
                <a:cubicBezTo>
                  <a:pt x="10439254" y="1237435"/>
                  <a:pt x="10423820" y="1236093"/>
                  <a:pt x="10407706" y="1235650"/>
                </a:cubicBezTo>
                <a:lnTo>
                  <a:pt x="10368559" y="1235686"/>
                </a:lnTo>
                <a:lnTo>
                  <a:pt x="10352542" y="1245817"/>
                </a:lnTo>
                <a:cubicBezTo>
                  <a:pt x="10342771" y="1253838"/>
                  <a:pt x="10305910" y="1267651"/>
                  <a:pt x="10294918" y="1263549"/>
                </a:cubicBezTo>
                <a:cubicBezTo>
                  <a:pt x="10286400" y="1265045"/>
                  <a:pt x="10278941" y="1270917"/>
                  <a:pt x="10271059" y="1265010"/>
                </a:cubicBezTo>
                <a:cubicBezTo>
                  <a:pt x="10259993" y="1258516"/>
                  <a:pt x="10241455" y="1282408"/>
                  <a:pt x="10239064" y="1270598"/>
                </a:cubicBezTo>
                <a:lnTo>
                  <a:pt x="10181078" y="1276374"/>
                </a:lnTo>
                <a:cubicBezTo>
                  <a:pt x="10176383" y="1283869"/>
                  <a:pt x="10166588" y="1284786"/>
                  <a:pt x="10153458" y="1285229"/>
                </a:cubicBezTo>
                <a:lnTo>
                  <a:pt x="10140775" y="1285847"/>
                </a:lnTo>
                <a:lnTo>
                  <a:pt x="10132055" y="1297214"/>
                </a:lnTo>
                <a:cubicBezTo>
                  <a:pt x="10121112" y="1284388"/>
                  <a:pt x="10112812" y="1319799"/>
                  <a:pt x="10094093" y="1316697"/>
                </a:cubicBezTo>
                <a:lnTo>
                  <a:pt x="10054855" y="1316203"/>
                </a:lnTo>
                <a:cubicBezTo>
                  <a:pt x="10047253" y="1314463"/>
                  <a:pt x="10023891" y="1325924"/>
                  <a:pt x="10016268" y="1325133"/>
                </a:cubicBezTo>
                <a:cubicBezTo>
                  <a:pt x="9975530" y="1333371"/>
                  <a:pt x="9961472" y="1333730"/>
                  <a:pt x="9937115" y="1337731"/>
                </a:cubicBezTo>
                <a:cubicBezTo>
                  <a:pt x="9896092" y="1337713"/>
                  <a:pt x="9865853" y="1334961"/>
                  <a:pt x="9824942" y="1342969"/>
                </a:cubicBezTo>
                <a:lnTo>
                  <a:pt x="9705553" y="1359323"/>
                </a:lnTo>
                <a:cubicBezTo>
                  <a:pt x="9652292" y="1351199"/>
                  <a:pt x="9607405" y="1371958"/>
                  <a:pt x="9589915" y="1382355"/>
                </a:cubicBezTo>
                <a:cubicBezTo>
                  <a:pt x="9524425" y="1393971"/>
                  <a:pt x="9387390" y="1424473"/>
                  <a:pt x="9315048" y="1428626"/>
                </a:cubicBezTo>
                <a:lnTo>
                  <a:pt x="9209077" y="1448049"/>
                </a:lnTo>
                <a:lnTo>
                  <a:pt x="9133300" y="1456152"/>
                </a:lnTo>
                <a:lnTo>
                  <a:pt x="9031264" y="1462053"/>
                </a:lnTo>
                <a:lnTo>
                  <a:pt x="8983321" y="1464616"/>
                </a:lnTo>
                <a:lnTo>
                  <a:pt x="8983035" y="1464417"/>
                </a:lnTo>
                <a:cubicBezTo>
                  <a:pt x="8980980" y="1464226"/>
                  <a:pt x="8978163" y="1464489"/>
                  <a:pt x="8974072" y="1465390"/>
                </a:cubicBezTo>
                <a:lnTo>
                  <a:pt x="8968242" y="1467079"/>
                </a:lnTo>
                <a:lnTo>
                  <a:pt x="8952199" y="1469700"/>
                </a:lnTo>
                <a:lnTo>
                  <a:pt x="8945873" y="1469099"/>
                </a:lnTo>
                <a:lnTo>
                  <a:pt x="8940905" y="1467238"/>
                </a:lnTo>
                <a:cubicBezTo>
                  <a:pt x="8932575" y="1473801"/>
                  <a:pt x="8933428" y="1481221"/>
                  <a:pt x="8906846" y="1464481"/>
                </a:cubicBezTo>
                <a:cubicBezTo>
                  <a:pt x="8875905" y="1465225"/>
                  <a:pt x="8767249" y="1477012"/>
                  <a:pt x="8730411" y="1479838"/>
                </a:cubicBezTo>
                <a:cubicBezTo>
                  <a:pt x="8697830" y="1488616"/>
                  <a:pt x="8726157" y="1477386"/>
                  <a:pt x="8685834" y="1481431"/>
                </a:cubicBezTo>
                <a:cubicBezTo>
                  <a:pt x="8649663" y="1497505"/>
                  <a:pt x="8617161" y="1483769"/>
                  <a:pt x="8574116" y="1488166"/>
                </a:cubicBezTo>
                <a:lnTo>
                  <a:pt x="8503254" y="1475627"/>
                </a:lnTo>
                <a:lnTo>
                  <a:pt x="8489028" y="1480483"/>
                </a:lnTo>
                <a:lnTo>
                  <a:pt x="8484222" y="1482955"/>
                </a:lnTo>
                <a:cubicBezTo>
                  <a:pt x="8480710" y="1484416"/>
                  <a:pt x="8478112" y="1485080"/>
                  <a:pt x="8476034" y="1485197"/>
                </a:cubicBezTo>
                <a:lnTo>
                  <a:pt x="8475659" y="1485048"/>
                </a:lnTo>
                <a:lnTo>
                  <a:pt x="8468325" y="1487552"/>
                </a:lnTo>
                <a:lnTo>
                  <a:pt x="8401298" y="1493672"/>
                </a:lnTo>
                <a:lnTo>
                  <a:pt x="8390295" y="1502138"/>
                </a:lnTo>
                <a:cubicBezTo>
                  <a:pt x="8384606" y="1505321"/>
                  <a:pt x="8378033" y="1507689"/>
                  <a:pt x="8370102" y="1508730"/>
                </a:cubicBezTo>
                <a:cubicBezTo>
                  <a:pt x="8346527" y="1514550"/>
                  <a:pt x="8269793" y="1532082"/>
                  <a:pt x="8248843" y="1537060"/>
                </a:cubicBezTo>
                <a:lnTo>
                  <a:pt x="8244399" y="1538596"/>
                </a:lnTo>
                <a:lnTo>
                  <a:pt x="8241700" y="1538396"/>
                </a:lnTo>
                <a:lnTo>
                  <a:pt x="8230388" y="1546517"/>
                </a:lnTo>
                <a:cubicBezTo>
                  <a:pt x="8227226" y="1549698"/>
                  <a:pt x="8225026" y="1553241"/>
                  <a:pt x="8224228" y="1557267"/>
                </a:cubicBezTo>
                <a:lnTo>
                  <a:pt x="8199666" y="1559012"/>
                </a:lnTo>
                <a:lnTo>
                  <a:pt x="8194548" y="1565013"/>
                </a:lnTo>
                <a:cubicBezTo>
                  <a:pt x="8190810" y="1577396"/>
                  <a:pt x="8158901" y="1567171"/>
                  <a:pt x="8165771" y="1579116"/>
                </a:cubicBezTo>
                <a:cubicBezTo>
                  <a:pt x="8143208" y="1572277"/>
                  <a:pt x="8132387" y="1598919"/>
                  <a:pt x="8116832" y="1608547"/>
                </a:cubicBezTo>
                <a:cubicBezTo>
                  <a:pt x="8107684" y="1604668"/>
                  <a:pt x="8099460" y="1609694"/>
                  <a:pt x="8089016" y="1617129"/>
                </a:cubicBezTo>
                <a:lnTo>
                  <a:pt x="8074658" y="1626971"/>
                </a:lnTo>
                <a:lnTo>
                  <a:pt x="8068056" y="1627924"/>
                </a:lnTo>
                <a:cubicBezTo>
                  <a:pt x="8060220" y="1629936"/>
                  <a:pt x="8053184" y="1632419"/>
                  <a:pt x="8046900" y="1634483"/>
                </a:cubicBezTo>
                <a:lnTo>
                  <a:pt x="8034634" y="1637466"/>
                </a:lnTo>
                <a:lnTo>
                  <a:pt x="8029700" y="1638364"/>
                </a:lnTo>
                <a:lnTo>
                  <a:pt x="7987514" y="1638160"/>
                </a:lnTo>
                <a:cubicBezTo>
                  <a:pt x="7980319" y="1639536"/>
                  <a:pt x="7969308" y="1646808"/>
                  <a:pt x="7960991" y="1648892"/>
                </a:cubicBezTo>
                <a:cubicBezTo>
                  <a:pt x="7962266" y="1658962"/>
                  <a:pt x="7948210" y="1650809"/>
                  <a:pt x="7937606" y="1650659"/>
                </a:cubicBezTo>
                <a:lnTo>
                  <a:pt x="7931522" y="1653082"/>
                </a:lnTo>
                <a:cubicBezTo>
                  <a:pt x="7920662" y="1653340"/>
                  <a:pt x="7888992" y="1651284"/>
                  <a:pt x="7872444" y="1652202"/>
                </a:cubicBezTo>
                <a:lnTo>
                  <a:pt x="7832232" y="1658594"/>
                </a:lnTo>
                <a:lnTo>
                  <a:pt x="7744332" y="1657695"/>
                </a:lnTo>
                <a:cubicBezTo>
                  <a:pt x="7736583" y="1656418"/>
                  <a:pt x="7729572" y="1656803"/>
                  <a:pt x="7723062" y="1658222"/>
                </a:cubicBezTo>
                <a:lnTo>
                  <a:pt x="7705682" y="1664606"/>
                </a:lnTo>
                <a:lnTo>
                  <a:pt x="7702441" y="1671260"/>
                </a:lnTo>
                <a:lnTo>
                  <a:pt x="7690889" y="1672499"/>
                </a:lnTo>
                <a:lnTo>
                  <a:pt x="7688002" y="1674071"/>
                </a:lnTo>
                <a:cubicBezTo>
                  <a:pt x="7682503" y="1677097"/>
                  <a:pt x="7677007" y="1679895"/>
                  <a:pt x="7671275" y="1681835"/>
                </a:cubicBezTo>
                <a:cubicBezTo>
                  <a:pt x="7654111" y="1682062"/>
                  <a:pt x="7618318" y="1675322"/>
                  <a:pt x="7585018" y="1675431"/>
                </a:cubicBezTo>
                <a:cubicBezTo>
                  <a:pt x="7528719" y="1664428"/>
                  <a:pt x="7521329" y="1707497"/>
                  <a:pt x="7471472" y="1682487"/>
                </a:cubicBezTo>
                <a:cubicBezTo>
                  <a:pt x="7480732" y="1694322"/>
                  <a:pt x="7397792" y="1692238"/>
                  <a:pt x="7381391" y="1689122"/>
                </a:cubicBezTo>
                <a:cubicBezTo>
                  <a:pt x="7341128" y="1711132"/>
                  <a:pt x="7346708" y="1685490"/>
                  <a:pt x="7292528" y="1689863"/>
                </a:cubicBezTo>
                <a:cubicBezTo>
                  <a:pt x="7237308" y="1683875"/>
                  <a:pt x="7271540" y="1692433"/>
                  <a:pt x="7226210" y="1684783"/>
                </a:cubicBezTo>
                <a:lnTo>
                  <a:pt x="7179107" y="1664705"/>
                </a:lnTo>
                <a:lnTo>
                  <a:pt x="7176110" y="1667956"/>
                </a:lnTo>
                <a:cubicBezTo>
                  <a:pt x="7171229" y="1670861"/>
                  <a:pt x="7163632" y="1672608"/>
                  <a:pt x="7149935" y="1671723"/>
                </a:cubicBezTo>
                <a:lnTo>
                  <a:pt x="7076173" y="1681613"/>
                </a:lnTo>
                <a:cubicBezTo>
                  <a:pt x="7040346" y="1682305"/>
                  <a:pt x="7033727" y="1686564"/>
                  <a:pt x="7002038" y="1684528"/>
                </a:cubicBezTo>
                <a:cubicBezTo>
                  <a:pt x="6921124" y="1693326"/>
                  <a:pt x="6935142" y="1700259"/>
                  <a:pt x="6883473" y="1705122"/>
                </a:cubicBezTo>
                <a:cubicBezTo>
                  <a:pt x="6831804" y="1709985"/>
                  <a:pt x="6740980" y="1710711"/>
                  <a:pt x="6692022" y="1713707"/>
                </a:cubicBezTo>
                <a:cubicBezTo>
                  <a:pt x="6643064" y="1716703"/>
                  <a:pt x="6668333" y="1719031"/>
                  <a:pt x="6589722" y="1723098"/>
                </a:cubicBezTo>
                <a:cubicBezTo>
                  <a:pt x="6512571" y="1759389"/>
                  <a:pt x="6380724" y="1753453"/>
                  <a:pt x="6301694" y="1743703"/>
                </a:cubicBezTo>
                <a:cubicBezTo>
                  <a:pt x="6281734" y="1756503"/>
                  <a:pt x="6212956" y="1754732"/>
                  <a:pt x="6183195" y="1758873"/>
                </a:cubicBezTo>
                <a:cubicBezTo>
                  <a:pt x="6153434" y="1763014"/>
                  <a:pt x="6131593" y="1775778"/>
                  <a:pt x="6123126" y="1768552"/>
                </a:cubicBezTo>
                <a:lnTo>
                  <a:pt x="6096136" y="1767260"/>
                </a:lnTo>
                <a:lnTo>
                  <a:pt x="6032917" y="1781697"/>
                </a:lnTo>
                <a:lnTo>
                  <a:pt x="5977870" y="1771268"/>
                </a:lnTo>
                <a:lnTo>
                  <a:pt x="5916336" y="1780879"/>
                </a:lnTo>
                <a:cubicBezTo>
                  <a:pt x="5904930" y="1780355"/>
                  <a:pt x="5880720" y="1781016"/>
                  <a:pt x="5867980" y="1783724"/>
                </a:cubicBezTo>
                <a:lnTo>
                  <a:pt x="5743302" y="1782136"/>
                </a:lnTo>
                <a:lnTo>
                  <a:pt x="5607054" y="1775578"/>
                </a:lnTo>
                <a:lnTo>
                  <a:pt x="5507342" y="1791309"/>
                </a:lnTo>
                <a:cubicBezTo>
                  <a:pt x="5514534" y="1780535"/>
                  <a:pt x="5427790" y="1792064"/>
                  <a:pt x="5421508" y="1781856"/>
                </a:cubicBezTo>
                <a:cubicBezTo>
                  <a:pt x="5418089" y="1773527"/>
                  <a:pt x="5371877" y="1776489"/>
                  <a:pt x="5361713" y="1773980"/>
                </a:cubicBezTo>
                <a:lnTo>
                  <a:pt x="5241786" y="1756656"/>
                </a:lnTo>
                <a:cubicBezTo>
                  <a:pt x="5231623" y="1756470"/>
                  <a:pt x="5210558" y="1749512"/>
                  <a:pt x="5202963" y="1747306"/>
                </a:cubicBezTo>
                <a:lnTo>
                  <a:pt x="5154668" y="1744668"/>
                </a:lnTo>
                <a:lnTo>
                  <a:pt x="5136547" y="1738620"/>
                </a:lnTo>
                <a:lnTo>
                  <a:pt x="5122587" y="1735756"/>
                </a:lnTo>
                <a:lnTo>
                  <a:pt x="5119579" y="1734004"/>
                </a:lnTo>
                <a:cubicBezTo>
                  <a:pt x="5113851" y="1730636"/>
                  <a:pt x="5108044" y="1727458"/>
                  <a:pt x="5101616" y="1724948"/>
                </a:cubicBezTo>
                <a:cubicBezTo>
                  <a:pt x="5088362" y="1748626"/>
                  <a:pt x="5044771" y="1707503"/>
                  <a:pt x="5045783" y="1730209"/>
                </a:cubicBezTo>
                <a:cubicBezTo>
                  <a:pt x="5008168" y="1720538"/>
                  <a:pt x="5019000" y="1744687"/>
                  <a:pt x="4991477" y="1716450"/>
                </a:cubicBezTo>
                <a:cubicBezTo>
                  <a:pt x="4917012" y="1716520"/>
                  <a:pt x="4859743" y="1698620"/>
                  <a:pt x="4820387" y="1695973"/>
                </a:cubicBezTo>
                <a:cubicBezTo>
                  <a:pt x="4781031" y="1693326"/>
                  <a:pt x="4776995" y="1700624"/>
                  <a:pt x="4755339" y="1700569"/>
                </a:cubicBezTo>
                <a:cubicBezTo>
                  <a:pt x="4737617" y="1700544"/>
                  <a:pt x="4724764" y="1697021"/>
                  <a:pt x="4714053" y="1695822"/>
                </a:cubicBezTo>
                <a:lnTo>
                  <a:pt x="4691073" y="1693377"/>
                </a:lnTo>
                <a:cubicBezTo>
                  <a:pt x="4655690" y="1687493"/>
                  <a:pt x="4539520" y="1664477"/>
                  <a:pt x="4495727" y="1656633"/>
                </a:cubicBezTo>
                <a:cubicBezTo>
                  <a:pt x="4451934" y="1648789"/>
                  <a:pt x="4444062" y="1645926"/>
                  <a:pt x="4428317" y="1646311"/>
                </a:cubicBezTo>
                <a:lnTo>
                  <a:pt x="4424455" y="1646545"/>
                </a:lnTo>
                <a:lnTo>
                  <a:pt x="4418141" y="1643457"/>
                </a:lnTo>
                <a:cubicBezTo>
                  <a:pt x="4410761" y="1640493"/>
                  <a:pt x="4401533" y="1637604"/>
                  <a:pt x="4389054" y="1635100"/>
                </a:cubicBezTo>
                <a:cubicBezTo>
                  <a:pt x="4364845" y="1640335"/>
                  <a:pt x="4261162" y="1598709"/>
                  <a:pt x="4243963" y="1600547"/>
                </a:cubicBezTo>
                <a:cubicBezTo>
                  <a:pt x="4244492" y="1596582"/>
                  <a:pt x="4234508" y="1593814"/>
                  <a:pt x="4230390" y="1596782"/>
                </a:cubicBezTo>
                <a:cubicBezTo>
                  <a:pt x="4151802" y="1604469"/>
                  <a:pt x="4200248" y="1571110"/>
                  <a:pt x="4151096" y="1589415"/>
                </a:cubicBezTo>
                <a:cubicBezTo>
                  <a:pt x="4119683" y="1591443"/>
                  <a:pt x="4113911" y="1574835"/>
                  <a:pt x="4091729" y="1565484"/>
                </a:cubicBezTo>
                <a:cubicBezTo>
                  <a:pt x="4053748" y="1562897"/>
                  <a:pt x="4031770" y="1544470"/>
                  <a:pt x="3994992" y="1554250"/>
                </a:cubicBezTo>
                <a:cubicBezTo>
                  <a:pt x="3959443" y="1551755"/>
                  <a:pt x="3929669" y="1542783"/>
                  <a:pt x="3898778" y="1546088"/>
                </a:cubicBezTo>
                <a:cubicBezTo>
                  <a:pt x="3887360" y="1539793"/>
                  <a:pt x="3876153" y="1536867"/>
                  <a:pt x="3863728" y="1544567"/>
                </a:cubicBezTo>
                <a:lnTo>
                  <a:pt x="3729252" y="1544592"/>
                </a:lnTo>
                <a:lnTo>
                  <a:pt x="3716543" y="1541771"/>
                </a:lnTo>
                <a:lnTo>
                  <a:pt x="3715389" y="1538406"/>
                </a:lnTo>
                <a:cubicBezTo>
                  <a:pt x="3706175" y="1535154"/>
                  <a:pt x="3680562" y="1538571"/>
                  <a:pt x="3682391" y="1529372"/>
                </a:cubicBezTo>
                <a:lnTo>
                  <a:pt x="3669607" y="1534463"/>
                </a:lnTo>
                <a:cubicBezTo>
                  <a:pt x="3669597" y="1534461"/>
                  <a:pt x="3669587" y="1534460"/>
                  <a:pt x="3669577" y="1534458"/>
                </a:cubicBezTo>
                <a:lnTo>
                  <a:pt x="3660365" y="1531370"/>
                </a:lnTo>
                <a:cubicBezTo>
                  <a:pt x="3654539" y="1527865"/>
                  <a:pt x="3648520" y="1522770"/>
                  <a:pt x="3637171" y="1523813"/>
                </a:cubicBezTo>
                <a:lnTo>
                  <a:pt x="3636519" y="1523773"/>
                </a:lnTo>
                <a:lnTo>
                  <a:pt x="3589716" y="1506360"/>
                </a:lnTo>
                <a:lnTo>
                  <a:pt x="3583541" y="1507469"/>
                </a:lnTo>
                <a:cubicBezTo>
                  <a:pt x="3579272" y="1507967"/>
                  <a:pt x="3576419" y="1507958"/>
                  <a:pt x="3574426" y="1507574"/>
                </a:cubicBezTo>
                <a:lnTo>
                  <a:pt x="3574190" y="1507350"/>
                </a:lnTo>
                <a:lnTo>
                  <a:pt x="3565671" y="1507894"/>
                </a:lnTo>
                <a:cubicBezTo>
                  <a:pt x="3551329" y="1509331"/>
                  <a:pt x="3529061" y="1497487"/>
                  <a:pt x="3515816" y="1499688"/>
                </a:cubicBezTo>
                <a:cubicBezTo>
                  <a:pt x="3493619" y="1496054"/>
                  <a:pt x="3468326" y="1501164"/>
                  <a:pt x="3452912" y="1496444"/>
                </a:cubicBezTo>
                <a:lnTo>
                  <a:pt x="3380405" y="1486216"/>
                </a:lnTo>
                <a:lnTo>
                  <a:pt x="3343625" y="1500147"/>
                </a:lnTo>
                <a:cubicBezTo>
                  <a:pt x="3339603" y="1502039"/>
                  <a:pt x="3333747" y="1502912"/>
                  <a:pt x="3323774" y="1501476"/>
                </a:cubicBezTo>
                <a:lnTo>
                  <a:pt x="3321444" y="1500659"/>
                </a:lnTo>
                <a:cubicBezTo>
                  <a:pt x="3316135" y="1502690"/>
                  <a:pt x="3275316" y="1503491"/>
                  <a:pt x="3242143" y="1505268"/>
                </a:cubicBezTo>
                <a:cubicBezTo>
                  <a:pt x="3189534" y="1507034"/>
                  <a:pt x="3183224" y="1513621"/>
                  <a:pt x="3122401" y="1511314"/>
                </a:cubicBezTo>
                <a:cubicBezTo>
                  <a:pt x="3062558" y="1512135"/>
                  <a:pt x="3052178" y="1517079"/>
                  <a:pt x="3010177" y="1513132"/>
                </a:cubicBezTo>
                <a:lnTo>
                  <a:pt x="2782615" y="1509375"/>
                </a:lnTo>
                <a:cubicBezTo>
                  <a:pt x="2720443" y="1532093"/>
                  <a:pt x="2739680" y="1506747"/>
                  <a:pt x="2668665" y="1517660"/>
                </a:cubicBezTo>
                <a:cubicBezTo>
                  <a:pt x="2637679" y="1529969"/>
                  <a:pt x="2588747" y="1520593"/>
                  <a:pt x="2548073" y="1516667"/>
                </a:cubicBezTo>
                <a:lnTo>
                  <a:pt x="2423377" y="1527776"/>
                </a:lnTo>
                <a:cubicBezTo>
                  <a:pt x="2391762" y="1541398"/>
                  <a:pt x="2334138" y="1516264"/>
                  <a:pt x="2295298" y="1534368"/>
                </a:cubicBezTo>
                <a:cubicBezTo>
                  <a:pt x="2256198" y="1534684"/>
                  <a:pt x="2213382" y="1531065"/>
                  <a:pt x="2188781" y="1529677"/>
                </a:cubicBezTo>
                <a:cubicBezTo>
                  <a:pt x="2152040" y="1526523"/>
                  <a:pt x="2110059" y="1518979"/>
                  <a:pt x="2074855" y="1515446"/>
                </a:cubicBezTo>
                <a:cubicBezTo>
                  <a:pt x="2057773" y="1526670"/>
                  <a:pt x="2060765" y="1522088"/>
                  <a:pt x="2012587" y="1522487"/>
                </a:cubicBezTo>
                <a:cubicBezTo>
                  <a:pt x="1998635" y="1532169"/>
                  <a:pt x="1952297" y="1513377"/>
                  <a:pt x="1932075" y="1517914"/>
                </a:cubicBezTo>
                <a:lnTo>
                  <a:pt x="1908490" y="1526423"/>
                </a:lnTo>
                <a:cubicBezTo>
                  <a:pt x="1908463" y="1526419"/>
                  <a:pt x="1908437" y="1526414"/>
                  <a:pt x="1908410" y="1526410"/>
                </a:cubicBezTo>
                <a:lnTo>
                  <a:pt x="1901918" y="1522410"/>
                </a:lnTo>
                <a:cubicBezTo>
                  <a:pt x="1894621" y="1518990"/>
                  <a:pt x="1885539" y="1517409"/>
                  <a:pt x="1876753" y="1517619"/>
                </a:cubicBezTo>
                <a:lnTo>
                  <a:pt x="1858194" y="1522343"/>
                </a:lnTo>
                <a:lnTo>
                  <a:pt x="1702657" y="1510562"/>
                </a:lnTo>
                <a:lnTo>
                  <a:pt x="1701421" y="1510775"/>
                </a:lnTo>
                <a:lnTo>
                  <a:pt x="1699973" y="1507739"/>
                </a:lnTo>
                <a:lnTo>
                  <a:pt x="1682526" y="1504598"/>
                </a:lnTo>
                <a:lnTo>
                  <a:pt x="1677380" y="1504851"/>
                </a:lnTo>
                <a:cubicBezTo>
                  <a:pt x="1673914" y="1504766"/>
                  <a:pt x="1671712" y="1504379"/>
                  <a:pt x="1670304" y="1503744"/>
                </a:cubicBezTo>
                <a:cubicBezTo>
                  <a:pt x="1670268" y="1503662"/>
                  <a:pt x="1670233" y="1503579"/>
                  <a:pt x="1670197" y="1503497"/>
                </a:cubicBezTo>
                <a:lnTo>
                  <a:pt x="1626301" y="1474931"/>
                </a:lnTo>
                <a:cubicBezTo>
                  <a:pt x="1604915" y="1468296"/>
                  <a:pt x="1551479" y="1469979"/>
                  <a:pt x="1535119" y="1463075"/>
                </a:cubicBezTo>
                <a:lnTo>
                  <a:pt x="1531340" y="1461293"/>
                </a:lnTo>
                <a:cubicBezTo>
                  <a:pt x="1525230" y="1461360"/>
                  <a:pt x="1504579" y="1462700"/>
                  <a:pt x="1498454" y="1463478"/>
                </a:cubicBezTo>
                <a:lnTo>
                  <a:pt x="1478806" y="1464611"/>
                </a:lnTo>
                <a:cubicBezTo>
                  <a:pt x="1448580" y="1467082"/>
                  <a:pt x="1388307" y="1453074"/>
                  <a:pt x="1358081" y="1455545"/>
                </a:cubicBezTo>
                <a:cubicBezTo>
                  <a:pt x="1299271" y="1452863"/>
                  <a:pt x="1273552" y="1462767"/>
                  <a:pt x="1222449" y="1455454"/>
                </a:cubicBezTo>
                <a:cubicBezTo>
                  <a:pt x="1205416" y="1455703"/>
                  <a:pt x="1168801" y="1449081"/>
                  <a:pt x="1180983" y="1440557"/>
                </a:cubicBezTo>
                <a:cubicBezTo>
                  <a:pt x="1023068" y="1409358"/>
                  <a:pt x="1056832" y="1408921"/>
                  <a:pt x="1018426" y="1400226"/>
                </a:cubicBezTo>
                <a:lnTo>
                  <a:pt x="940021" y="1409452"/>
                </a:lnTo>
                <a:cubicBezTo>
                  <a:pt x="940135" y="1408998"/>
                  <a:pt x="940248" y="1408544"/>
                  <a:pt x="940362" y="1408090"/>
                </a:cubicBezTo>
                <a:lnTo>
                  <a:pt x="927147" y="1407436"/>
                </a:lnTo>
                <a:lnTo>
                  <a:pt x="915481" y="1395526"/>
                </a:lnTo>
                <a:cubicBezTo>
                  <a:pt x="907071" y="1390072"/>
                  <a:pt x="906923" y="1401911"/>
                  <a:pt x="884363" y="1395024"/>
                </a:cubicBezTo>
                <a:lnTo>
                  <a:pt x="883522" y="1400267"/>
                </a:lnTo>
                <a:lnTo>
                  <a:pt x="865903" y="1394324"/>
                </a:lnTo>
                <a:cubicBezTo>
                  <a:pt x="843001" y="1384824"/>
                  <a:pt x="819998" y="1373730"/>
                  <a:pt x="790832" y="1370999"/>
                </a:cubicBezTo>
                <a:cubicBezTo>
                  <a:pt x="772294" y="1340731"/>
                  <a:pt x="778197" y="1365674"/>
                  <a:pt x="749766" y="1353216"/>
                </a:cubicBezTo>
                <a:cubicBezTo>
                  <a:pt x="748128" y="1375985"/>
                  <a:pt x="718385" y="1331645"/>
                  <a:pt x="705470" y="1354328"/>
                </a:cubicBezTo>
                <a:cubicBezTo>
                  <a:pt x="700707" y="1351342"/>
                  <a:pt x="696499" y="1347733"/>
                  <a:pt x="692371" y="1343942"/>
                </a:cubicBezTo>
                <a:lnTo>
                  <a:pt x="690203" y="1341970"/>
                </a:lnTo>
                <a:lnTo>
                  <a:pt x="679574" y="1338069"/>
                </a:lnTo>
                <a:cubicBezTo>
                  <a:pt x="679386" y="1336035"/>
                  <a:pt x="679197" y="1334000"/>
                  <a:pt x="679009" y="1331966"/>
                </a:cubicBezTo>
                <a:lnTo>
                  <a:pt x="664756" y="1322509"/>
                </a:lnTo>
                <a:cubicBezTo>
                  <a:pt x="659043" y="1319741"/>
                  <a:pt x="652454" y="1317669"/>
                  <a:pt x="644515" y="1316732"/>
                </a:cubicBezTo>
                <a:cubicBezTo>
                  <a:pt x="614253" y="1322334"/>
                  <a:pt x="583561" y="1286736"/>
                  <a:pt x="545716" y="1294878"/>
                </a:cubicBezTo>
                <a:cubicBezTo>
                  <a:pt x="532281" y="1295942"/>
                  <a:pt x="493615" y="1287410"/>
                  <a:pt x="488094" y="1278596"/>
                </a:cubicBezTo>
                <a:cubicBezTo>
                  <a:pt x="480401" y="1275336"/>
                  <a:pt x="470327" y="1275952"/>
                  <a:pt x="468538" y="1267376"/>
                </a:cubicBezTo>
                <a:cubicBezTo>
                  <a:pt x="464708" y="1256704"/>
                  <a:pt x="432874" y="1265329"/>
                  <a:pt x="439655" y="1255090"/>
                </a:cubicBezTo>
                <a:cubicBezTo>
                  <a:pt x="417143" y="1260853"/>
                  <a:pt x="406123" y="1237878"/>
                  <a:pt x="390496" y="1229512"/>
                </a:cubicBezTo>
                <a:cubicBezTo>
                  <a:pt x="381377" y="1232799"/>
                  <a:pt x="373115" y="1228433"/>
                  <a:pt x="362616" y="1221981"/>
                </a:cubicBezTo>
                <a:lnTo>
                  <a:pt x="348184" y="1213437"/>
                </a:lnTo>
                <a:lnTo>
                  <a:pt x="341576" y="1212583"/>
                </a:lnTo>
                <a:cubicBezTo>
                  <a:pt x="333723" y="1210810"/>
                  <a:pt x="326669" y="1208637"/>
                  <a:pt x="320370" y="1206827"/>
                </a:cubicBezTo>
                <a:lnTo>
                  <a:pt x="308082" y="1204195"/>
                </a:lnTo>
                <a:lnTo>
                  <a:pt x="303141" y="1203396"/>
                </a:lnTo>
                <a:lnTo>
                  <a:pt x="260955" y="1203345"/>
                </a:lnTo>
                <a:cubicBezTo>
                  <a:pt x="253750" y="1202123"/>
                  <a:pt x="242684" y="1195808"/>
                  <a:pt x="234352" y="1193972"/>
                </a:cubicBezTo>
                <a:cubicBezTo>
                  <a:pt x="235552" y="1185317"/>
                  <a:pt x="221556" y="1192255"/>
                  <a:pt x="210954" y="1192326"/>
                </a:cubicBezTo>
                <a:lnTo>
                  <a:pt x="204851" y="1190210"/>
                </a:lnTo>
                <a:cubicBezTo>
                  <a:pt x="193989" y="1189929"/>
                  <a:pt x="162334" y="1191528"/>
                  <a:pt x="145778" y="1190651"/>
                </a:cubicBezTo>
                <a:lnTo>
                  <a:pt x="105518" y="1184937"/>
                </a:lnTo>
                <a:lnTo>
                  <a:pt x="17623" y="1185238"/>
                </a:lnTo>
                <a:lnTo>
                  <a:pt x="0" y="1184768"/>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panose="020F0502020204030204"/>
                <a:ea typeface="Arial"/>
                <a:cs typeface="Arial"/>
                <a:sym typeface="Wingdings"/>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panose="020F0502020204030204"/>
                <a:ea typeface="Arial"/>
                <a:cs typeface="Arial"/>
                <a:sym typeface="Wingdings"/>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panose="020F0502020204030204"/>
                <a:ea typeface="Arial"/>
                <a:cs typeface="Arial"/>
                <a:sym typeface="Wingdings"/>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panose="020F0502020204030204"/>
                <a:ea typeface="Arial"/>
                <a:cs typeface="Arial"/>
                <a:sym typeface="Wingdings"/>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panose="020F0502020204030204"/>
                <a:ea typeface="Arial"/>
                <a:cs typeface="Arial"/>
                <a:sym typeface="Wingdings"/>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panose="020F0502020204030204"/>
                <a:ea typeface="Arial"/>
                <a:cs typeface="Arial"/>
                <a:sym typeface="Wingdings"/>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panose="020F0502020204030204"/>
                <a:ea typeface="Arial"/>
                <a:cs typeface="Arial"/>
                <a:sym typeface="Wingdings"/>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panose="020F0502020204030204"/>
                <a:ea typeface="Arial"/>
                <a:cs typeface="Arial"/>
                <a:sym typeface="Wingdings"/>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panose="020F0502020204030204"/>
                <a:ea typeface="Arial"/>
                <a:cs typeface="Arial"/>
                <a:sym typeface="Wingdings"/>
              </a:defRPr>
            </a:lvl9pPr>
          </a:lstStyle>
          <a:p>
            <a:pPr algn="ctr"/>
            <a:endParaRPr lang="en-US"/>
          </a:p>
        </p:txBody>
      </p:sp>
      <p:sp>
        <p:nvSpPr>
          <p:cNvPr id="2" name="Title 1">
            <a:extLst>
              <a:ext uri="{FF2B5EF4-FFF2-40B4-BE49-F238E27FC236}">
                <a16:creationId xmlns:a16="http://schemas.microsoft.com/office/drawing/2014/main" id="{0502C7C0-B3DA-5A23-E94A-1F1726104C1E}"/>
              </a:ext>
            </a:extLst>
          </p:cNvPr>
          <p:cNvSpPr>
            <a:spLocks noGrp="1"/>
          </p:cNvSpPr>
          <p:nvPr>
            <p:ph type="title"/>
          </p:nvPr>
        </p:nvSpPr>
        <p:spPr>
          <a:xfrm>
            <a:off x="1093421" y="741082"/>
            <a:ext cx="10005159" cy="949606"/>
          </a:xfrm>
          <a:noFill/>
        </p:spPr>
        <p:txBody>
          <a:bodyPr>
            <a:normAutofit/>
            <a:scene3d>
              <a:camera prst="perspectiveFront"/>
              <a:lightRig rig="threePt" dir="t"/>
            </a:scene3d>
          </a:bodyPr>
          <a:lstStyle/>
          <a:p>
            <a:pPr algn="ctr"/>
            <a:r>
              <a:rPr lang="en-US" b="1" dirty="0">
                <a:ln w="12700" cmpd="sng">
                  <a:solidFill>
                    <a:schemeClr val="tx1"/>
                  </a:solidFill>
                  <a:prstDash val="solid"/>
                </a:ln>
                <a:solidFill>
                  <a:srgbClr val="C00000"/>
                </a:solidFill>
                <a:latin typeface="Times New Roman" panose="02020603050405020304" pitchFamily="18" charset="0"/>
                <a:cs typeface="Times New Roman" panose="02020603050405020304" pitchFamily="18" charset="0"/>
              </a:rPr>
              <a:t>Timeline</a:t>
            </a:r>
            <a:endParaRPr lang="en-US" b="1" dirty="0">
              <a:ln w="12700" cmpd="sng">
                <a:solidFill>
                  <a:schemeClr val="tx1"/>
                </a:solidFill>
                <a:prstDash val="solid"/>
              </a:ln>
              <a:solidFill>
                <a:srgbClr val="C00000"/>
              </a:solidFill>
              <a:effectLst>
                <a:glow rad="228600">
                  <a:schemeClr val="accent4">
                    <a:satMod val="175000"/>
                    <a:alpha val="40000"/>
                  </a:schemeClr>
                </a:glow>
                <a:outerShdw blurRad="12700" dist="38100" dir="2700000" algn="tl" rotWithShape="0">
                  <a:schemeClr val="bg1">
                    <a:lumMod val="50000"/>
                  </a:schemeClr>
                </a:outerShdw>
              </a:effectLst>
              <a:latin typeface="Times New Roman" panose="02020603050405020304" pitchFamily="18" charset="0"/>
              <a:cs typeface="Times New Roman" panose="02020603050405020304" pitchFamily="18" charset="0"/>
            </a:endParaRPr>
          </a:p>
        </p:txBody>
      </p:sp>
      <p:graphicFrame>
        <p:nvGraphicFramePr>
          <p:cNvPr id="7" name="Content Placeholder 6">
            <a:extLst>
              <a:ext uri="{FF2B5EF4-FFF2-40B4-BE49-F238E27FC236}">
                <a16:creationId xmlns:a16="http://schemas.microsoft.com/office/drawing/2014/main" id="{70D5D5C1-ED6A-784D-D52B-A2FDFFB7D5B6}"/>
              </a:ext>
            </a:extLst>
          </p:cNvPr>
          <p:cNvGraphicFramePr/>
          <p:nvPr>
            <p:extLst>
              <p:ext uri="{D42A27DB-BD31-4B8C-83A1-F6EECF244321}">
                <p14:modId xmlns:p14="http://schemas.microsoft.com/office/powerpoint/2010/main" val="1753616335"/>
              </p:ext>
            </p:extLst>
          </p:nvPr>
        </p:nvGraphicFramePr>
        <p:xfrm>
          <a:off x="477672" y="2129052"/>
          <a:ext cx="11232107" cy="367124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TextBox 7">
            <a:extLst>
              <a:ext uri="{FF2B5EF4-FFF2-40B4-BE49-F238E27FC236}">
                <a16:creationId xmlns:a16="http://schemas.microsoft.com/office/drawing/2014/main" id="{D8BBDC36-6F7E-A547-D16D-A4D59E8C6479}"/>
              </a:ext>
            </a:extLst>
          </p:cNvPr>
          <p:cNvSpPr txBox="1"/>
          <p:nvPr/>
        </p:nvSpPr>
        <p:spPr>
          <a:xfrm>
            <a:off x="1338222" y="4884160"/>
            <a:ext cx="928928" cy="253018"/>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795528">
              <a:spcAft>
                <a:spcPts val="600"/>
              </a:spcAft>
            </a:pPr>
            <a:r>
              <a:rPr lang="en-US" sz="1044" kern="1200">
                <a:solidFill>
                  <a:schemeClr val="tx1"/>
                </a:solidFill>
                <a:latin typeface="+mn-lt"/>
                <a:ea typeface="+mn-ea"/>
                <a:cs typeface="+mn-cs"/>
              </a:rPr>
              <a:t>11 Sep 2023</a:t>
            </a:r>
            <a:endParaRPr lang="en-US" sz="1200"/>
          </a:p>
        </p:txBody>
      </p:sp>
      <p:sp>
        <p:nvSpPr>
          <p:cNvPr id="9" name="TextBox 8">
            <a:extLst>
              <a:ext uri="{FF2B5EF4-FFF2-40B4-BE49-F238E27FC236}">
                <a16:creationId xmlns:a16="http://schemas.microsoft.com/office/drawing/2014/main" id="{1584B460-710C-51C2-2E4C-BAF8178EC66B}"/>
              </a:ext>
            </a:extLst>
          </p:cNvPr>
          <p:cNvSpPr txBox="1"/>
          <p:nvPr/>
        </p:nvSpPr>
        <p:spPr>
          <a:xfrm>
            <a:off x="2696230" y="4884154"/>
            <a:ext cx="844609" cy="253018"/>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795528">
              <a:spcAft>
                <a:spcPts val="600"/>
              </a:spcAft>
            </a:pPr>
            <a:r>
              <a:rPr lang="en-US" sz="1044" kern="1200">
                <a:solidFill>
                  <a:schemeClr val="tx1"/>
                </a:solidFill>
                <a:latin typeface="+mn-lt"/>
                <a:ea typeface="+mn-ea"/>
                <a:cs typeface="+mn-cs"/>
              </a:rPr>
              <a:t>14 Sep 2023</a:t>
            </a:r>
            <a:endParaRPr lang="en-US" sz="1200"/>
          </a:p>
        </p:txBody>
      </p:sp>
      <p:sp>
        <p:nvSpPr>
          <p:cNvPr id="10" name="TextBox 9">
            <a:extLst>
              <a:ext uri="{FF2B5EF4-FFF2-40B4-BE49-F238E27FC236}">
                <a16:creationId xmlns:a16="http://schemas.microsoft.com/office/drawing/2014/main" id="{1B9596EF-6C05-AF18-233B-457969A7C906}"/>
              </a:ext>
            </a:extLst>
          </p:cNvPr>
          <p:cNvSpPr txBox="1"/>
          <p:nvPr/>
        </p:nvSpPr>
        <p:spPr>
          <a:xfrm>
            <a:off x="4229419" y="4884154"/>
            <a:ext cx="844608" cy="253018"/>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795528">
              <a:spcAft>
                <a:spcPts val="600"/>
              </a:spcAft>
            </a:pPr>
            <a:r>
              <a:rPr lang="en-US" sz="1044" kern="1200">
                <a:solidFill>
                  <a:schemeClr val="tx1"/>
                </a:solidFill>
                <a:latin typeface="+mn-lt"/>
                <a:ea typeface="+mn-ea"/>
                <a:cs typeface="+mn-cs"/>
              </a:rPr>
              <a:t>25 Sep 2023</a:t>
            </a:r>
            <a:endParaRPr lang="en-US" sz="1200"/>
          </a:p>
        </p:txBody>
      </p:sp>
      <p:sp>
        <p:nvSpPr>
          <p:cNvPr id="11" name="TextBox 10">
            <a:extLst>
              <a:ext uri="{FF2B5EF4-FFF2-40B4-BE49-F238E27FC236}">
                <a16:creationId xmlns:a16="http://schemas.microsoft.com/office/drawing/2014/main" id="{CF3B5FF4-D3A7-B734-7F36-1E2E8A1FA392}"/>
              </a:ext>
            </a:extLst>
          </p:cNvPr>
          <p:cNvSpPr txBox="1"/>
          <p:nvPr/>
        </p:nvSpPr>
        <p:spPr>
          <a:xfrm>
            <a:off x="5632858" y="4884154"/>
            <a:ext cx="844608" cy="253018"/>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795528">
              <a:spcAft>
                <a:spcPts val="600"/>
              </a:spcAft>
            </a:pPr>
            <a:r>
              <a:rPr lang="en-US" sz="1044" kern="1200">
                <a:solidFill>
                  <a:schemeClr val="tx1"/>
                </a:solidFill>
                <a:latin typeface="+mn-lt"/>
                <a:ea typeface="+mn-ea"/>
                <a:cs typeface="+mn-cs"/>
              </a:rPr>
              <a:t>09 Oct 2023</a:t>
            </a:r>
            <a:endParaRPr lang="en-US" sz="1200"/>
          </a:p>
        </p:txBody>
      </p:sp>
      <p:sp>
        <p:nvSpPr>
          <p:cNvPr id="12" name="TextBox 11">
            <a:extLst>
              <a:ext uri="{FF2B5EF4-FFF2-40B4-BE49-F238E27FC236}">
                <a16:creationId xmlns:a16="http://schemas.microsoft.com/office/drawing/2014/main" id="{70420ABF-B323-81A7-7F39-8AA92B9A322F}"/>
              </a:ext>
            </a:extLst>
          </p:cNvPr>
          <p:cNvSpPr txBox="1"/>
          <p:nvPr/>
        </p:nvSpPr>
        <p:spPr>
          <a:xfrm>
            <a:off x="7036297" y="4884157"/>
            <a:ext cx="928928" cy="253018"/>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795528">
              <a:spcAft>
                <a:spcPts val="600"/>
              </a:spcAft>
            </a:pPr>
            <a:r>
              <a:rPr lang="en-US" sz="1044" kern="1200">
                <a:solidFill>
                  <a:schemeClr val="tx1"/>
                </a:solidFill>
                <a:latin typeface="+mn-lt"/>
                <a:ea typeface="+mn-ea"/>
                <a:cs typeface="+mn-cs"/>
              </a:rPr>
              <a:t>16 Nov 2023</a:t>
            </a:r>
            <a:endParaRPr lang="en-US" sz="1200"/>
          </a:p>
        </p:txBody>
      </p:sp>
      <p:sp>
        <p:nvSpPr>
          <p:cNvPr id="13" name="TextBox 12">
            <a:extLst>
              <a:ext uri="{FF2B5EF4-FFF2-40B4-BE49-F238E27FC236}">
                <a16:creationId xmlns:a16="http://schemas.microsoft.com/office/drawing/2014/main" id="{35A086A8-9124-BB84-D992-B7F744FCFAC1}"/>
              </a:ext>
            </a:extLst>
          </p:cNvPr>
          <p:cNvSpPr txBox="1"/>
          <p:nvPr/>
        </p:nvSpPr>
        <p:spPr>
          <a:xfrm>
            <a:off x="8526623" y="4884154"/>
            <a:ext cx="844609" cy="413703"/>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795528">
              <a:spcAft>
                <a:spcPts val="600"/>
              </a:spcAft>
            </a:pPr>
            <a:r>
              <a:rPr lang="en-US" sz="1044" kern="1200">
                <a:solidFill>
                  <a:schemeClr val="tx1"/>
                </a:solidFill>
                <a:latin typeface="+mn-lt"/>
                <a:ea typeface="+mn-ea"/>
                <a:cs typeface="+mn-cs"/>
              </a:rPr>
              <a:t>01 Dec 2023</a:t>
            </a:r>
            <a:endParaRPr lang="en-US" sz="1200"/>
          </a:p>
        </p:txBody>
      </p:sp>
      <p:sp>
        <p:nvSpPr>
          <p:cNvPr id="14" name="TextBox 13">
            <a:extLst>
              <a:ext uri="{FF2B5EF4-FFF2-40B4-BE49-F238E27FC236}">
                <a16:creationId xmlns:a16="http://schemas.microsoft.com/office/drawing/2014/main" id="{C5439524-1057-64B5-FDFB-19CEE9C682FA}"/>
              </a:ext>
            </a:extLst>
          </p:cNvPr>
          <p:cNvSpPr txBox="1"/>
          <p:nvPr/>
        </p:nvSpPr>
        <p:spPr>
          <a:xfrm>
            <a:off x="9843173" y="4884154"/>
            <a:ext cx="844609" cy="413703"/>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795528">
              <a:spcAft>
                <a:spcPts val="600"/>
              </a:spcAft>
            </a:pPr>
            <a:r>
              <a:rPr lang="en-US" sz="1044" kern="1200">
                <a:solidFill>
                  <a:schemeClr val="tx1"/>
                </a:solidFill>
                <a:latin typeface="+mn-lt"/>
                <a:ea typeface="+mn-ea"/>
                <a:cs typeface="+mn-cs"/>
              </a:rPr>
              <a:t>08 Dec 2023</a:t>
            </a:r>
            <a:endParaRPr lang="en-US" sz="1200"/>
          </a:p>
        </p:txBody>
      </p:sp>
    </p:spTree>
    <p:extLst>
      <p:ext uri="{BB962C8B-B14F-4D97-AF65-F5344CB8AC3E}">
        <p14:creationId xmlns:p14="http://schemas.microsoft.com/office/powerpoint/2010/main" val="3733298248"/>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0DCC097-1DB8-4B6D-85D0-6FBA0E1CA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panose="020F0502020204030204"/>
                <a:ea typeface="Arial"/>
                <a:cs typeface="Arial"/>
                <a:sym typeface="Wingdings"/>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panose="020F0502020204030204"/>
                <a:ea typeface="Arial"/>
                <a:cs typeface="Arial"/>
                <a:sym typeface="Wingdings"/>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panose="020F0502020204030204"/>
                <a:ea typeface="Arial"/>
                <a:cs typeface="Arial"/>
                <a:sym typeface="Wingdings"/>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panose="020F0502020204030204"/>
                <a:ea typeface="Arial"/>
                <a:cs typeface="Arial"/>
                <a:sym typeface="Wingdings"/>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panose="020F0502020204030204"/>
                <a:ea typeface="Arial"/>
                <a:cs typeface="Arial"/>
                <a:sym typeface="Wingdings"/>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panose="020F0502020204030204"/>
                <a:ea typeface="Arial"/>
                <a:cs typeface="Arial"/>
                <a:sym typeface="Wingdings"/>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panose="020F0502020204030204"/>
                <a:ea typeface="Arial"/>
                <a:cs typeface="Arial"/>
                <a:sym typeface="Wingdings"/>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panose="020F0502020204030204"/>
                <a:ea typeface="Arial"/>
                <a:cs typeface="Arial"/>
                <a:sym typeface="Wingdings"/>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panose="020F0502020204030204"/>
                <a:ea typeface="Arial"/>
                <a:cs typeface="Arial"/>
                <a:sym typeface="Wingdings"/>
              </a:defRPr>
            </a:lvl9pPr>
          </a:lstStyle>
          <a:p>
            <a:pPr algn="ctr"/>
            <a:endParaRPr lang="en-US"/>
          </a:p>
        </p:txBody>
      </p:sp>
      <p:sp>
        <p:nvSpPr>
          <p:cNvPr id="12" name="Freeform: Shape 11">
            <a:extLst>
              <a:ext uri="{FF2B5EF4-FFF2-40B4-BE49-F238E27FC236}">
                <a16:creationId xmlns:a16="http://schemas.microsoft.com/office/drawing/2014/main" id="{E0B58608-23C8-4441-994D-C6823EEE1D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2083506"/>
          </a:xfrm>
          <a:custGeom>
            <a:avLst/>
            <a:gdLst>
              <a:gd name="connsiteX0" fmla="*/ 0 w 12191999"/>
              <a:gd name="connsiteY0" fmla="*/ 0 h 2083506"/>
              <a:gd name="connsiteX1" fmla="*/ 9429748 w 12191999"/>
              <a:gd name="connsiteY1" fmla="*/ 0 h 2083506"/>
              <a:gd name="connsiteX2" fmla="*/ 9429748 w 12191999"/>
              <a:gd name="connsiteY2" fmla="*/ 1 h 2083506"/>
              <a:gd name="connsiteX3" fmla="*/ 12191999 w 12191999"/>
              <a:gd name="connsiteY3" fmla="*/ 1 h 2083506"/>
              <a:gd name="connsiteX4" fmla="*/ 12191999 w 12191999"/>
              <a:gd name="connsiteY4" fmla="*/ 1164372 h 2083506"/>
              <a:gd name="connsiteX5" fmla="*/ 12147852 w 12191999"/>
              <a:gd name="connsiteY5" fmla="*/ 1163783 h 2083506"/>
              <a:gd name="connsiteX6" fmla="*/ 11993604 w 12191999"/>
              <a:gd name="connsiteY6" fmla="*/ 1153496 h 2083506"/>
              <a:gd name="connsiteX7" fmla="*/ 11865319 w 12191999"/>
              <a:gd name="connsiteY7" fmla="*/ 1176624 h 2083506"/>
              <a:gd name="connsiteX8" fmla="*/ 11718353 w 12191999"/>
              <a:gd name="connsiteY8" fmla="*/ 1209136 h 2083506"/>
              <a:gd name="connsiteX9" fmla="*/ 11609067 w 12191999"/>
              <a:gd name="connsiteY9" fmla="*/ 1218512 h 2083506"/>
              <a:gd name="connsiteX10" fmla="*/ 11545958 w 12191999"/>
              <a:gd name="connsiteY10" fmla="*/ 1240430 h 2083506"/>
              <a:gd name="connsiteX11" fmla="*/ 11445770 w 12191999"/>
              <a:gd name="connsiteY11" fmla="*/ 1225780 h 2083506"/>
              <a:gd name="connsiteX12" fmla="*/ 11398842 w 12191999"/>
              <a:gd name="connsiteY12" fmla="*/ 1227250 h 2083506"/>
              <a:gd name="connsiteX13" fmla="*/ 11240093 w 12191999"/>
              <a:gd name="connsiteY13" fmla="*/ 1266797 h 2083506"/>
              <a:gd name="connsiteX14" fmla="*/ 11141364 w 12191999"/>
              <a:gd name="connsiteY14" fmla="*/ 1288059 h 2083506"/>
              <a:gd name="connsiteX15" fmla="*/ 11015396 w 12191999"/>
              <a:gd name="connsiteY15" fmla="*/ 1353104 h 2083506"/>
              <a:gd name="connsiteX16" fmla="*/ 10973905 w 12191999"/>
              <a:gd name="connsiteY16" fmla="*/ 1365109 h 2083506"/>
              <a:gd name="connsiteX17" fmla="*/ 10904858 w 12191999"/>
              <a:gd name="connsiteY17" fmla="*/ 1371966 h 2083506"/>
              <a:gd name="connsiteX18" fmla="*/ 10827883 w 12191999"/>
              <a:gd name="connsiteY18" fmla="*/ 1410270 h 2083506"/>
              <a:gd name="connsiteX19" fmla="*/ 10690996 w 12191999"/>
              <a:gd name="connsiteY19" fmla="*/ 1426394 h 2083506"/>
              <a:gd name="connsiteX20" fmla="*/ 10624461 w 12191999"/>
              <a:gd name="connsiteY20" fmla="*/ 1444283 h 2083506"/>
              <a:gd name="connsiteX21" fmla="*/ 10517208 w 12191999"/>
              <a:gd name="connsiteY21" fmla="*/ 1478947 h 2083506"/>
              <a:gd name="connsiteX22" fmla="*/ 10497937 w 12191999"/>
              <a:gd name="connsiteY22" fmla="*/ 1469831 h 2083506"/>
              <a:gd name="connsiteX23" fmla="*/ 10471201 w 12191999"/>
              <a:gd name="connsiteY23" fmla="*/ 1486037 h 2083506"/>
              <a:gd name="connsiteX24" fmla="*/ 10448263 w 12191999"/>
              <a:gd name="connsiteY24" fmla="*/ 1478223 h 2083506"/>
              <a:gd name="connsiteX25" fmla="*/ 10388089 w 12191999"/>
              <a:gd name="connsiteY25" fmla="*/ 1507175 h 2083506"/>
              <a:gd name="connsiteX26" fmla="*/ 10333720 w 12191999"/>
              <a:gd name="connsiteY26" fmla="*/ 1515848 h 2083506"/>
              <a:gd name="connsiteX27" fmla="*/ 10104338 w 12191999"/>
              <a:gd name="connsiteY27" fmla="*/ 1569424 h 2083506"/>
              <a:gd name="connsiteX28" fmla="*/ 9910445 w 12191999"/>
              <a:gd name="connsiteY28" fmla="*/ 1632275 h 2083506"/>
              <a:gd name="connsiteX29" fmla="*/ 9770872 w 12191999"/>
              <a:gd name="connsiteY29" fmla="*/ 1688088 h 2083506"/>
              <a:gd name="connsiteX30" fmla="*/ 9733849 w 12191999"/>
              <a:gd name="connsiteY30" fmla="*/ 1700034 h 2083506"/>
              <a:gd name="connsiteX31" fmla="*/ 9703714 w 12191999"/>
              <a:gd name="connsiteY31" fmla="*/ 1730093 h 2083506"/>
              <a:gd name="connsiteX32" fmla="*/ 9698351 w 12191999"/>
              <a:gd name="connsiteY32" fmla="*/ 1730377 h 2083506"/>
              <a:gd name="connsiteX33" fmla="*/ 9632895 w 12191999"/>
              <a:gd name="connsiteY33" fmla="*/ 1736363 h 2083506"/>
              <a:gd name="connsiteX34" fmla="*/ 9569107 w 12191999"/>
              <a:gd name="connsiteY34" fmla="*/ 1741010 h 2083506"/>
              <a:gd name="connsiteX35" fmla="*/ 9536451 w 12191999"/>
              <a:gd name="connsiteY35" fmla="*/ 1755120 h 2083506"/>
              <a:gd name="connsiteX36" fmla="*/ 9529385 w 12191999"/>
              <a:gd name="connsiteY36" fmla="*/ 1757515 h 2083506"/>
              <a:gd name="connsiteX37" fmla="*/ 9498527 w 12191999"/>
              <a:gd name="connsiteY37" fmla="*/ 1753117 h 2083506"/>
              <a:gd name="connsiteX38" fmla="*/ 9436642 w 12191999"/>
              <a:gd name="connsiteY38" fmla="*/ 1755478 h 2083506"/>
              <a:gd name="connsiteX39" fmla="*/ 9429748 w 12191999"/>
              <a:gd name="connsiteY39" fmla="*/ 1756317 h 2083506"/>
              <a:gd name="connsiteX40" fmla="*/ 9429748 w 12191999"/>
              <a:gd name="connsiteY40" fmla="*/ 1768745 h 2083506"/>
              <a:gd name="connsiteX41" fmla="*/ 9425802 w 12191999"/>
              <a:gd name="connsiteY41" fmla="*/ 1769273 h 2083506"/>
              <a:gd name="connsiteX42" fmla="*/ 9349763 w 12191999"/>
              <a:gd name="connsiteY42" fmla="*/ 1776107 h 2083506"/>
              <a:gd name="connsiteX43" fmla="*/ 9256503 w 12191999"/>
              <a:gd name="connsiteY43" fmla="*/ 1800699 h 2083506"/>
              <a:gd name="connsiteX44" fmla="*/ 9222873 w 12191999"/>
              <a:gd name="connsiteY44" fmla="*/ 1803003 h 2083506"/>
              <a:gd name="connsiteX45" fmla="*/ 9224095 w 12191999"/>
              <a:gd name="connsiteY45" fmla="*/ 1807355 h 2083506"/>
              <a:gd name="connsiteX46" fmla="*/ 9211603 w 12191999"/>
              <a:gd name="connsiteY46" fmla="*/ 1807675 h 2083506"/>
              <a:gd name="connsiteX47" fmla="*/ 9183719 w 12191999"/>
              <a:gd name="connsiteY47" fmla="*/ 1807781 h 2083506"/>
              <a:gd name="connsiteX48" fmla="*/ 9100221 w 12191999"/>
              <a:gd name="connsiteY48" fmla="*/ 1808989 h 2083506"/>
              <a:gd name="connsiteX49" fmla="*/ 9077439 w 12191999"/>
              <a:gd name="connsiteY49" fmla="*/ 1817333 h 2083506"/>
              <a:gd name="connsiteX50" fmla="*/ 9055889 w 12191999"/>
              <a:gd name="connsiteY50" fmla="*/ 1817464 h 2083506"/>
              <a:gd name="connsiteX51" fmla="*/ 8930912 w 12191999"/>
              <a:gd name="connsiteY51" fmla="*/ 1828648 h 2083506"/>
              <a:gd name="connsiteX52" fmla="*/ 8913729 w 12191999"/>
              <a:gd name="connsiteY52" fmla="*/ 1829483 h 2083506"/>
              <a:gd name="connsiteX53" fmla="*/ 8904423 w 12191999"/>
              <a:gd name="connsiteY53" fmla="*/ 1833234 h 2083506"/>
              <a:gd name="connsiteX54" fmla="*/ 8871099 w 12191999"/>
              <a:gd name="connsiteY54" fmla="*/ 1833979 h 2083506"/>
              <a:gd name="connsiteX55" fmla="*/ 8869557 w 12191999"/>
              <a:gd name="connsiteY55" fmla="*/ 1836113 h 2083506"/>
              <a:gd name="connsiteX56" fmla="*/ 8760021 w 12191999"/>
              <a:gd name="connsiteY56" fmla="*/ 1854442 h 2083506"/>
              <a:gd name="connsiteX57" fmla="*/ 8741254 w 12191999"/>
              <a:gd name="connsiteY57" fmla="*/ 1857469 h 2083506"/>
              <a:gd name="connsiteX58" fmla="*/ 8725039 w 12191999"/>
              <a:gd name="connsiteY58" fmla="*/ 1856552 h 2083506"/>
              <a:gd name="connsiteX59" fmla="*/ 8635265 w 12191999"/>
              <a:gd name="connsiteY59" fmla="*/ 1859168 h 2083506"/>
              <a:gd name="connsiteX60" fmla="*/ 8613911 w 12191999"/>
              <a:gd name="connsiteY60" fmla="*/ 1857561 h 2083506"/>
              <a:gd name="connsiteX61" fmla="*/ 8604931 w 12191999"/>
              <a:gd name="connsiteY61" fmla="*/ 1854170 h 2083506"/>
              <a:gd name="connsiteX62" fmla="*/ 8570171 w 12191999"/>
              <a:gd name="connsiteY62" fmla="*/ 1860579 h 2083506"/>
              <a:gd name="connsiteX63" fmla="*/ 8516537 w 12191999"/>
              <a:gd name="connsiteY63" fmla="*/ 1864971 h 2083506"/>
              <a:gd name="connsiteX64" fmla="*/ 8491046 w 12191999"/>
              <a:gd name="connsiteY64" fmla="*/ 1868141 h 2083506"/>
              <a:gd name="connsiteX65" fmla="*/ 8470478 w 12191999"/>
              <a:gd name="connsiteY65" fmla="*/ 1866216 h 2083506"/>
              <a:gd name="connsiteX66" fmla="*/ 8353433 w 12191999"/>
              <a:gd name="connsiteY66" fmla="*/ 1865729 h 2083506"/>
              <a:gd name="connsiteX67" fmla="*/ 8347675 w 12191999"/>
              <a:gd name="connsiteY67" fmla="*/ 1865075 h 2083506"/>
              <a:gd name="connsiteX68" fmla="*/ 8343939 w 12191999"/>
              <a:gd name="connsiteY68" fmla="*/ 1865677 h 2083506"/>
              <a:gd name="connsiteX69" fmla="*/ 8221566 w 12191999"/>
              <a:gd name="connsiteY69" fmla="*/ 1881148 h 2083506"/>
              <a:gd name="connsiteX70" fmla="*/ 8066095 w 12191999"/>
              <a:gd name="connsiteY70" fmla="*/ 1919902 h 2083506"/>
              <a:gd name="connsiteX71" fmla="*/ 8044849 w 12191999"/>
              <a:gd name="connsiteY71" fmla="*/ 1916308 h 2083506"/>
              <a:gd name="connsiteX72" fmla="*/ 8041142 w 12191999"/>
              <a:gd name="connsiteY72" fmla="*/ 1915506 h 2083506"/>
              <a:gd name="connsiteX73" fmla="*/ 8022159 w 12191999"/>
              <a:gd name="connsiteY73" fmla="*/ 1911521 h 2083506"/>
              <a:gd name="connsiteX74" fmla="*/ 7944932 w 12191999"/>
              <a:gd name="connsiteY74" fmla="*/ 1917265 h 2083506"/>
              <a:gd name="connsiteX75" fmla="*/ 7879011 w 12191999"/>
              <a:gd name="connsiteY75" fmla="*/ 1928570 h 2083506"/>
              <a:gd name="connsiteX76" fmla="*/ 7865529 w 12191999"/>
              <a:gd name="connsiteY76" fmla="*/ 1934399 h 2083506"/>
              <a:gd name="connsiteX77" fmla="*/ 7774801 w 12191999"/>
              <a:gd name="connsiteY77" fmla="*/ 1947969 h 2083506"/>
              <a:gd name="connsiteX78" fmla="*/ 7748398 w 12191999"/>
              <a:gd name="connsiteY78" fmla="*/ 1955982 h 2083506"/>
              <a:gd name="connsiteX79" fmla="*/ 7740684 w 12191999"/>
              <a:gd name="connsiteY79" fmla="*/ 1955717 h 2083506"/>
              <a:gd name="connsiteX80" fmla="*/ 7712976 w 12191999"/>
              <a:gd name="connsiteY80" fmla="*/ 1960442 h 2083506"/>
              <a:gd name="connsiteX81" fmla="*/ 7699956 w 12191999"/>
              <a:gd name="connsiteY81" fmla="*/ 1966104 h 2083506"/>
              <a:gd name="connsiteX82" fmla="*/ 7684158 w 12191999"/>
              <a:gd name="connsiteY82" fmla="*/ 1962927 h 2083506"/>
              <a:gd name="connsiteX83" fmla="*/ 7643109 w 12191999"/>
              <a:gd name="connsiteY83" fmla="*/ 1964400 h 2083506"/>
              <a:gd name="connsiteX84" fmla="*/ 7630180 w 12191999"/>
              <a:gd name="connsiteY84" fmla="*/ 1970266 h 2083506"/>
              <a:gd name="connsiteX85" fmla="*/ 7609131 w 12191999"/>
              <a:gd name="connsiteY85" fmla="*/ 1971774 h 2083506"/>
              <a:gd name="connsiteX86" fmla="*/ 7555555 w 12191999"/>
              <a:gd name="connsiteY86" fmla="*/ 1969491 h 2083506"/>
              <a:gd name="connsiteX87" fmla="*/ 7520919 w 12191999"/>
              <a:gd name="connsiteY87" fmla="*/ 1970177 h 2083506"/>
              <a:gd name="connsiteX88" fmla="*/ 7456258 w 12191999"/>
              <a:gd name="connsiteY88" fmla="*/ 1960468 h 2083506"/>
              <a:gd name="connsiteX89" fmla="*/ 7393047 w 12191999"/>
              <a:gd name="connsiteY89" fmla="*/ 1952408 h 2083506"/>
              <a:gd name="connsiteX90" fmla="*/ 7199912 w 12191999"/>
              <a:gd name="connsiteY90" fmla="*/ 1959913 h 2083506"/>
              <a:gd name="connsiteX91" fmla="*/ 7146774 w 12191999"/>
              <a:gd name="connsiteY91" fmla="*/ 1956641 h 2083506"/>
              <a:gd name="connsiteX92" fmla="*/ 7122244 w 12191999"/>
              <a:gd name="connsiteY92" fmla="*/ 1953891 h 2083506"/>
              <a:gd name="connsiteX93" fmla="*/ 7032241 w 12191999"/>
              <a:gd name="connsiteY93" fmla="*/ 1962723 h 2083506"/>
              <a:gd name="connsiteX94" fmla="*/ 6941492 w 12191999"/>
              <a:gd name="connsiteY94" fmla="*/ 1976868 h 2083506"/>
              <a:gd name="connsiteX95" fmla="*/ 6906514 w 12191999"/>
              <a:gd name="connsiteY95" fmla="*/ 1968589 h 2083506"/>
              <a:gd name="connsiteX96" fmla="*/ 6826395 w 12191999"/>
              <a:gd name="connsiteY96" fmla="*/ 1974141 h 2083506"/>
              <a:gd name="connsiteX97" fmla="*/ 6716431 w 12191999"/>
              <a:gd name="connsiteY97" fmla="*/ 2004297 h 2083506"/>
              <a:gd name="connsiteX98" fmla="*/ 6569607 w 12191999"/>
              <a:gd name="connsiteY98" fmla="*/ 2015496 h 2083506"/>
              <a:gd name="connsiteX99" fmla="*/ 6561430 w 12191999"/>
              <a:gd name="connsiteY99" fmla="*/ 2020996 h 2083506"/>
              <a:gd name="connsiteX100" fmla="*/ 6549371 w 12191999"/>
              <a:gd name="connsiteY100" fmla="*/ 2024747 h 2083506"/>
              <a:gd name="connsiteX101" fmla="*/ 6547040 w 12191999"/>
              <a:gd name="connsiteY101" fmla="*/ 2024474 h 2083506"/>
              <a:gd name="connsiteX102" fmla="*/ 6530482 w 12191999"/>
              <a:gd name="connsiteY102" fmla="*/ 2026659 h 2083506"/>
              <a:gd name="connsiteX103" fmla="*/ 6528565 w 12191999"/>
              <a:gd name="connsiteY103" fmla="*/ 2028600 h 2083506"/>
              <a:gd name="connsiteX104" fmla="*/ 6517741 w 12191999"/>
              <a:gd name="connsiteY104" fmla="*/ 2030558 h 2083506"/>
              <a:gd name="connsiteX105" fmla="*/ 6497855 w 12191999"/>
              <a:gd name="connsiteY105" fmla="*/ 2035650 h 2083506"/>
              <a:gd name="connsiteX106" fmla="*/ 6492785 w 12191999"/>
              <a:gd name="connsiteY106" fmla="*/ 2035444 h 2083506"/>
              <a:gd name="connsiteX107" fmla="*/ 6460692 w 12191999"/>
              <a:gd name="connsiteY107" fmla="*/ 2041321 h 2083506"/>
              <a:gd name="connsiteX108" fmla="*/ 6459609 w 12191999"/>
              <a:gd name="connsiteY108" fmla="*/ 2040851 h 2083506"/>
              <a:gd name="connsiteX109" fmla="*/ 6447765 w 12191999"/>
              <a:gd name="connsiteY109" fmla="*/ 2040102 h 2083506"/>
              <a:gd name="connsiteX110" fmla="*/ 6426590 w 12191999"/>
              <a:gd name="connsiteY110" fmla="*/ 2039928 h 2083506"/>
              <a:gd name="connsiteX111" fmla="*/ 6401693 w 12191999"/>
              <a:gd name="connsiteY111" fmla="*/ 2033537 h 2083506"/>
              <a:gd name="connsiteX112" fmla="*/ 6387141 w 12191999"/>
              <a:gd name="connsiteY112" fmla="*/ 2033161 h 2083506"/>
              <a:gd name="connsiteX113" fmla="*/ 6357846 w 12191999"/>
              <a:gd name="connsiteY113" fmla="*/ 2036782 h 2083506"/>
              <a:gd name="connsiteX114" fmla="*/ 6342914 w 12191999"/>
              <a:gd name="connsiteY114" fmla="*/ 2037585 h 2083506"/>
              <a:gd name="connsiteX115" fmla="*/ 6336300 w 12191999"/>
              <a:gd name="connsiteY115" fmla="*/ 2038781 h 2083506"/>
              <a:gd name="connsiteX116" fmla="*/ 6317178 w 12191999"/>
              <a:gd name="connsiteY116" fmla="*/ 2038968 h 2083506"/>
              <a:gd name="connsiteX117" fmla="*/ 6161427 w 12191999"/>
              <a:gd name="connsiteY117" fmla="*/ 2047338 h 2083506"/>
              <a:gd name="connsiteX118" fmla="*/ 6097339 w 12191999"/>
              <a:gd name="connsiteY118" fmla="*/ 2082438 h 2083506"/>
              <a:gd name="connsiteX119" fmla="*/ 6079059 w 12191999"/>
              <a:gd name="connsiteY119" fmla="*/ 2081299 h 2083506"/>
              <a:gd name="connsiteX120" fmla="*/ 5998439 w 12191999"/>
              <a:gd name="connsiteY120" fmla="*/ 2070958 h 2083506"/>
              <a:gd name="connsiteX121" fmla="*/ 5904290 w 12191999"/>
              <a:gd name="connsiteY121" fmla="*/ 2070255 h 2083506"/>
              <a:gd name="connsiteX122" fmla="*/ 5814867 w 12191999"/>
              <a:gd name="connsiteY122" fmla="*/ 2079032 h 2083506"/>
              <a:gd name="connsiteX123" fmla="*/ 5725743 w 12191999"/>
              <a:gd name="connsiteY123" fmla="*/ 2070558 h 2083506"/>
              <a:gd name="connsiteX124" fmla="*/ 5650546 w 12191999"/>
              <a:gd name="connsiteY124" fmla="*/ 2052412 h 2083506"/>
              <a:gd name="connsiteX125" fmla="*/ 5581284 w 12191999"/>
              <a:gd name="connsiteY125" fmla="*/ 2023175 h 2083506"/>
              <a:gd name="connsiteX126" fmla="*/ 5572593 w 12191999"/>
              <a:gd name="connsiteY126" fmla="*/ 2018391 h 2083506"/>
              <a:gd name="connsiteX127" fmla="*/ 5548580 w 12191999"/>
              <a:gd name="connsiteY127" fmla="*/ 2016951 h 2083506"/>
              <a:gd name="connsiteX128" fmla="*/ 5471173 w 12191999"/>
              <a:gd name="connsiteY128" fmla="*/ 2018786 h 2083506"/>
              <a:gd name="connsiteX129" fmla="*/ 5340320 w 12191999"/>
              <a:gd name="connsiteY129" fmla="*/ 2037611 h 2083506"/>
              <a:gd name="connsiteX130" fmla="*/ 5254376 w 12191999"/>
              <a:gd name="connsiteY130" fmla="*/ 2042928 h 2083506"/>
              <a:gd name="connsiteX131" fmla="*/ 5258035 w 12191999"/>
              <a:gd name="connsiteY131" fmla="*/ 2035649 h 2083506"/>
              <a:gd name="connsiteX132" fmla="*/ 5230622 w 12191999"/>
              <a:gd name="connsiteY132" fmla="*/ 2024576 h 2083506"/>
              <a:gd name="connsiteX133" fmla="*/ 5026203 w 12191999"/>
              <a:gd name="connsiteY133" fmla="*/ 2030162 h 2083506"/>
              <a:gd name="connsiteX134" fmla="*/ 4973988 w 12191999"/>
              <a:gd name="connsiteY134" fmla="*/ 2026668 h 2083506"/>
              <a:gd name="connsiteX135" fmla="*/ 4928030 w 12191999"/>
              <a:gd name="connsiteY135" fmla="*/ 2033642 h 2083506"/>
              <a:gd name="connsiteX136" fmla="*/ 4908970 w 12191999"/>
              <a:gd name="connsiteY136" fmla="*/ 2030033 h 2083506"/>
              <a:gd name="connsiteX137" fmla="*/ 4905679 w 12191999"/>
              <a:gd name="connsiteY137" fmla="*/ 2029300 h 2083506"/>
              <a:gd name="connsiteX138" fmla="*/ 4892525 w 12191999"/>
              <a:gd name="connsiteY138" fmla="*/ 2028768 h 2083506"/>
              <a:gd name="connsiteX139" fmla="*/ 4888818 w 12191999"/>
              <a:gd name="connsiteY139" fmla="*/ 2025619 h 2083506"/>
              <a:gd name="connsiteX140" fmla="*/ 4869018 w 12191999"/>
              <a:gd name="connsiteY140" fmla="*/ 2022668 h 2083506"/>
              <a:gd name="connsiteX141" fmla="*/ 4844804 w 12191999"/>
              <a:gd name="connsiteY141" fmla="*/ 2022527 h 2083506"/>
              <a:gd name="connsiteX142" fmla="*/ 4758778 w 12191999"/>
              <a:gd name="connsiteY142" fmla="*/ 2021694 h 2083506"/>
              <a:gd name="connsiteX143" fmla="*/ 4744748 w 12191999"/>
              <a:gd name="connsiteY143" fmla="*/ 2023396 h 2083506"/>
              <a:gd name="connsiteX144" fmla="*/ 4698956 w 12191999"/>
              <a:gd name="connsiteY144" fmla="*/ 2020558 h 2083506"/>
              <a:gd name="connsiteX145" fmla="*/ 4658147 w 12191999"/>
              <a:gd name="connsiteY145" fmla="*/ 2019920 h 2083506"/>
              <a:gd name="connsiteX146" fmla="*/ 4631706 w 12191999"/>
              <a:gd name="connsiteY146" fmla="*/ 2021274 h 2083506"/>
              <a:gd name="connsiteX147" fmla="*/ 4624776 w 12191999"/>
              <a:gd name="connsiteY147" fmla="*/ 2020152 h 2083506"/>
              <a:gd name="connsiteX148" fmla="*/ 4598150 w 12191999"/>
              <a:gd name="connsiteY148" fmla="*/ 2019429 h 2083506"/>
              <a:gd name="connsiteX149" fmla="*/ 4584588 w 12191999"/>
              <a:gd name="connsiteY149" fmla="*/ 2021092 h 2083506"/>
              <a:gd name="connsiteX150" fmla="*/ 4571203 w 12191999"/>
              <a:gd name="connsiteY150" fmla="*/ 2017263 h 2083506"/>
              <a:gd name="connsiteX151" fmla="*/ 4567930 w 12191999"/>
              <a:gd name="connsiteY151" fmla="*/ 2014458 h 2083506"/>
              <a:gd name="connsiteX152" fmla="*/ 4548984 w 12191999"/>
              <a:gd name="connsiteY152" fmla="*/ 2015717 h 2083506"/>
              <a:gd name="connsiteX153" fmla="*/ 4533451 w 12191999"/>
              <a:gd name="connsiteY153" fmla="*/ 2012976 h 2083506"/>
              <a:gd name="connsiteX154" fmla="*/ 4519910 w 12191999"/>
              <a:gd name="connsiteY154" fmla="*/ 2014768 h 2083506"/>
              <a:gd name="connsiteX155" fmla="*/ 4514290 w 12191999"/>
              <a:gd name="connsiteY155" fmla="*/ 2014364 h 2083506"/>
              <a:gd name="connsiteX156" fmla="*/ 4500320 w 12191999"/>
              <a:gd name="connsiteY156" fmla="*/ 2013007 h 2083506"/>
              <a:gd name="connsiteX157" fmla="*/ 4476219 w 12191999"/>
              <a:gd name="connsiteY157" fmla="*/ 2009993 h 2083506"/>
              <a:gd name="connsiteX158" fmla="*/ 4468701 w 12191999"/>
              <a:gd name="connsiteY158" fmla="*/ 2009574 h 2083506"/>
              <a:gd name="connsiteX159" fmla="*/ 4452333 w 12191999"/>
              <a:gd name="connsiteY159" fmla="*/ 2004964 h 2083506"/>
              <a:gd name="connsiteX160" fmla="*/ 4420644 w 12191999"/>
              <a:gd name="connsiteY160" fmla="*/ 2001021 h 2083506"/>
              <a:gd name="connsiteX161" fmla="*/ 4364856 w 12191999"/>
              <a:gd name="connsiteY161" fmla="*/ 1987267 h 2083506"/>
              <a:gd name="connsiteX162" fmla="*/ 4332062 w 12191999"/>
              <a:gd name="connsiteY162" fmla="*/ 1980703 h 2083506"/>
              <a:gd name="connsiteX163" fmla="*/ 4309876 w 12191999"/>
              <a:gd name="connsiteY163" fmla="*/ 1974653 h 2083506"/>
              <a:gd name="connsiteX164" fmla="*/ 4244391 w 12191999"/>
              <a:gd name="connsiteY164" fmla="*/ 1966109 h 2083506"/>
              <a:gd name="connsiteX165" fmla="*/ 4132071 w 12191999"/>
              <a:gd name="connsiteY165" fmla="*/ 1954813 h 2083506"/>
              <a:gd name="connsiteX166" fmla="*/ 4109069 w 12191999"/>
              <a:gd name="connsiteY166" fmla="*/ 1951778 h 2083506"/>
              <a:gd name="connsiteX167" fmla="*/ 4092908 w 12191999"/>
              <a:gd name="connsiteY167" fmla="*/ 1946662 h 2083506"/>
              <a:gd name="connsiteX168" fmla="*/ 4092306 w 12191999"/>
              <a:gd name="connsiteY168" fmla="*/ 1943291 h 2083506"/>
              <a:gd name="connsiteX169" fmla="*/ 4080234 w 12191999"/>
              <a:gd name="connsiteY169" fmla="*/ 1941219 h 2083506"/>
              <a:gd name="connsiteX170" fmla="*/ 4077778 w 12191999"/>
              <a:gd name="connsiteY170" fmla="*/ 1940145 h 2083506"/>
              <a:gd name="connsiteX171" fmla="*/ 4062936 w 12191999"/>
              <a:gd name="connsiteY171" fmla="*/ 1934506 h 2083506"/>
              <a:gd name="connsiteX172" fmla="*/ 4012506 w 12191999"/>
              <a:gd name="connsiteY172" fmla="*/ 1935475 h 2083506"/>
              <a:gd name="connsiteX173" fmla="*/ 3965880 w 12191999"/>
              <a:gd name="connsiteY173" fmla="*/ 1925968 h 2083506"/>
              <a:gd name="connsiteX174" fmla="*/ 3765338 w 12191999"/>
              <a:gd name="connsiteY174" fmla="*/ 1906649 h 2083506"/>
              <a:gd name="connsiteX175" fmla="*/ 3749493 w 12191999"/>
              <a:gd name="connsiteY175" fmla="*/ 1893071 h 2083506"/>
              <a:gd name="connsiteX176" fmla="*/ 3672704 w 12191999"/>
              <a:gd name="connsiteY176" fmla="*/ 1881383 h 2083506"/>
              <a:gd name="connsiteX177" fmla="*/ 3530082 w 12191999"/>
              <a:gd name="connsiteY177" fmla="*/ 1883187 h 2083506"/>
              <a:gd name="connsiteX178" fmla="*/ 3387664 w 12191999"/>
              <a:gd name="connsiteY178" fmla="*/ 1862579 h 2083506"/>
              <a:gd name="connsiteX179" fmla="*/ 3371681 w 12191999"/>
              <a:gd name="connsiteY179" fmla="*/ 1865293 h 2083506"/>
              <a:gd name="connsiteX180" fmla="*/ 3355305 w 12191999"/>
              <a:gd name="connsiteY180" fmla="*/ 1865842 h 2083506"/>
              <a:gd name="connsiteX181" fmla="*/ 3353790 w 12191999"/>
              <a:gd name="connsiteY181" fmla="*/ 1865158 h 2083506"/>
              <a:gd name="connsiteX182" fmla="*/ 3336210 w 12191999"/>
              <a:gd name="connsiteY182" fmla="*/ 1863564 h 2083506"/>
              <a:gd name="connsiteX183" fmla="*/ 3331381 w 12191999"/>
              <a:gd name="connsiteY183" fmla="*/ 1864716 h 2083506"/>
              <a:gd name="connsiteX184" fmla="*/ 3319012 w 12191999"/>
              <a:gd name="connsiteY184" fmla="*/ 1864093 h 2083506"/>
              <a:gd name="connsiteX185" fmla="*/ 3293818 w 12191999"/>
              <a:gd name="connsiteY185" fmla="*/ 1864135 h 2083506"/>
              <a:gd name="connsiteX186" fmla="*/ 3289881 w 12191999"/>
              <a:gd name="connsiteY186" fmla="*/ 1862954 h 2083506"/>
              <a:gd name="connsiteX187" fmla="*/ 3253090 w 12191999"/>
              <a:gd name="connsiteY187" fmla="*/ 1861164 h 2083506"/>
              <a:gd name="connsiteX188" fmla="*/ 3252949 w 12191999"/>
              <a:gd name="connsiteY188" fmla="*/ 1860574 h 2083506"/>
              <a:gd name="connsiteX189" fmla="*/ 3244187 w 12191999"/>
              <a:gd name="connsiteY189" fmla="*/ 1857604 h 2083506"/>
              <a:gd name="connsiteX190" fmla="*/ 3246570 w 12191999"/>
              <a:gd name="connsiteY190" fmla="*/ 1852946 h 2083506"/>
              <a:gd name="connsiteX191" fmla="*/ 3237810 w 12191999"/>
              <a:gd name="connsiteY191" fmla="*/ 1853064 h 2083506"/>
              <a:gd name="connsiteX192" fmla="*/ 3230822 w 12191999"/>
              <a:gd name="connsiteY192" fmla="*/ 1855474 h 2083506"/>
              <a:gd name="connsiteX193" fmla="*/ 3136549 w 12191999"/>
              <a:gd name="connsiteY193" fmla="*/ 1874037 h 2083506"/>
              <a:gd name="connsiteX194" fmla="*/ 2845754 w 12191999"/>
              <a:gd name="connsiteY194" fmla="*/ 1910932 h 2083506"/>
              <a:gd name="connsiteX195" fmla="*/ 2786878 w 12191999"/>
              <a:gd name="connsiteY195" fmla="*/ 1917162 h 2083506"/>
              <a:gd name="connsiteX196" fmla="*/ 2725298 w 12191999"/>
              <a:gd name="connsiteY196" fmla="*/ 1912340 h 2083506"/>
              <a:gd name="connsiteX197" fmla="*/ 2697754 w 12191999"/>
              <a:gd name="connsiteY197" fmla="*/ 1914863 h 2083506"/>
              <a:gd name="connsiteX198" fmla="*/ 2568063 w 12191999"/>
              <a:gd name="connsiteY198" fmla="*/ 1936283 h 2083506"/>
              <a:gd name="connsiteX199" fmla="*/ 2489784 w 12191999"/>
              <a:gd name="connsiteY199" fmla="*/ 1943720 h 2083506"/>
              <a:gd name="connsiteX200" fmla="*/ 2458978 w 12191999"/>
              <a:gd name="connsiteY200" fmla="*/ 1938095 h 2083506"/>
              <a:gd name="connsiteX201" fmla="*/ 2318712 w 12191999"/>
              <a:gd name="connsiteY201" fmla="*/ 1934474 h 2083506"/>
              <a:gd name="connsiteX202" fmla="*/ 2268709 w 12191999"/>
              <a:gd name="connsiteY202" fmla="*/ 1940521 h 2083506"/>
              <a:gd name="connsiteX203" fmla="*/ 2264080 w 12191999"/>
              <a:gd name="connsiteY203" fmla="*/ 1941232 h 2083506"/>
              <a:gd name="connsiteX204" fmla="*/ 2254684 w 12191999"/>
              <a:gd name="connsiteY204" fmla="*/ 1943524 h 2083506"/>
              <a:gd name="connsiteX205" fmla="*/ 2252523 w 12191999"/>
              <a:gd name="connsiteY205" fmla="*/ 1943004 h 2083506"/>
              <a:gd name="connsiteX206" fmla="*/ 2173350 w 12191999"/>
              <a:gd name="connsiteY206" fmla="*/ 1929202 h 2083506"/>
              <a:gd name="connsiteX207" fmla="*/ 2155266 w 12191999"/>
              <a:gd name="connsiteY207" fmla="*/ 1920267 h 2083506"/>
              <a:gd name="connsiteX208" fmla="*/ 2091013 w 12191999"/>
              <a:gd name="connsiteY208" fmla="*/ 1914631 h 2083506"/>
              <a:gd name="connsiteX209" fmla="*/ 2030712 w 12191999"/>
              <a:gd name="connsiteY209" fmla="*/ 1897690 h 2083506"/>
              <a:gd name="connsiteX210" fmla="*/ 1908838 w 12191999"/>
              <a:gd name="connsiteY210" fmla="*/ 1892222 h 2083506"/>
              <a:gd name="connsiteX211" fmla="*/ 1877796 w 12191999"/>
              <a:gd name="connsiteY211" fmla="*/ 1883887 h 2083506"/>
              <a:gd name="connsiteX212" fmla="*/ 1875824 w 12191999"/>
              <a:gd name="connsiteY212" fmla="*/ 1879265 h 2083506"/>
              <a:gd name="connsiteX213" fmla="*/ 1823048 w 12191999"/>
              <a:gd name="connsiteY213" fmla="*/ 1881064 h 2083506"/>
              <a:gd name="connsiteX214" fmla="*/ 1765736 w 12191999"/>
              <a:gd name="connsiteY214" fmla="*/ 1856578 h 2083506"/>
              <a:gd name="connsiteX215" fmla="*/ 1725669 w 12191999"/>
              <a:gd name="connsiteY215" fmla="*/ 1833744 h 2083506"/>
              <a:gd name="connsiteX216" fmla="*/ 1725216 w 12191999"/>
              <a:gd name="connsiteY216" fmla="*/ 1829447 h 2083506"/>
              <a:gd name="connsiteX217" fmla="*/ 1721485 w 12191999"/>
              <a:gd name="connsiteY217" fmla="*/ 1828960 h 2083506"/>
              <a:gd name="connsiteX218" fmla="*/ 1717786 w 12191999"/>
              <a:gd name="connsiteY218" fmla="*/ 1832224 h 2083506"/>
              <a:gd name="connsiteX219" fmla="*/ 1689907 w 12191999"/>
              <a:gd name="connsiteY219" fmla="*/ 1825425 h 2083506"/>
              <a:gd name="connsiteX220" fmla="*/ 1688093 w 12191999"/>
              <a:gd name="connsiteY220" fmla="*/ 1817391 h 2083506"/>
              <a:gd name="connsiteX221" fmla="*/ 1496789 w 12191999"/>
              <a:gd name="connsiteY221" fmla="*/ 1805297 h 2083506"/>
              <a:gd name="connsiteX222" fmla="*/ 1392839 w 12191999"/>
              <a:gd name="connsiteY222" fmla="*/ 1758649 h 2083506"/>
              <a:gd name="connsiteX223" fmla="*/ 1360872 w 12191999"/>
              <a:gd name="connsiteY223" fmla="*/ 1752441 h 2083506"/>
              <a:gd name="connsiteX224" fmla="*/ 1313885 w 12191999"/>
              <a:gd name="connsiteY224" fmla="*/ 1731785 h 2083506"/>
              <a:gd name="connsiteX225" fmla="*/ 1247665 w 12191999"/>
              <a:gd name="connsiteY225" fmla="*/ 1727765 h 2083506"/>
              <a:gd name="connsiteX226" fmla="*/ 1196850 w 12191999"/>
              <a:gd name="connsiteY226" fmla="*/ 1729622 h 2083506"/>
              <a:gd name="connsiteX227" fmla="*/ 1168728 w 12191999"/>
              <a:gd name="connsiteY227" fmla="*/ 1728550 h 2083506"/>
              <a:gd name="connsiteX228" fmla="*/ 1096918 w 12191999"/>
              <a:gd name="connsiteY228" fmla="*/ 1721485 h 2083506"/>
              <a:gd name="connsiteX229" fmla="*/ 1094082 w 12191999"/>
              <a:gd name="connsiteY229" fmla="*/ 1720113 h 2083506"/>
              <a:gd name="connsiteX230" fmla="*/ 1040782 w 12191999"/>
              <a:gd name="connsiteY230" fmla="*/ 1721762 h 2083506"/>
              <a:gd name="connsiteX231" fmla="*/ 955980 w 12191999"/>
              <a:gd name="connsiteY231" fmla="*/ 1719289 h 2083506"/>
              <a:gd name="connsiteX232" fmla="*/ 926108 w 12191999"/>
              <a:gd name="connsiteY232" fmla="*/ 1715917 h 2083506"/>
              <a:gd name="connsiteX233" fmla="*/ 876049 w 12191999"/>
              <a:gd name="connsiteY233" fmla="*/ 1710422 h 2083506"/>
              <a:gd name="connsiteX234" fmla="*/ 839194 w 12191999"/>
              <a:gd name="connsiteY234" fmla="*/ 1700176 h 2083506"/>
              <a:gd name="connsiteX235" fmla="*/ 797112 w 12191999"/>
              <a:gd name="connsiteY235" fmla="*/ 1698014 h 2083506"/>
              <a:gd name="connsiteX236" fmla="*/ 786610 w 12191999"/>
              <a:gd name="connsiteY236" fmla="*/ 1705455 h 2083506"/>
              <a:gd name="connsiteX237" fmla="*/ 741833 w 12191999"/>
              <a:gd name="connsiteY237" fmla="*/ 1700566 h 2083506"/>
              <a:gd name="connsiteX238" fmla="*/ 673985 w 12191999"/>
              <a:gd name="connsiteY238" fmla="*/ 1692278 h 2083506"/>
              <a:gd name="connsiteX239" fmla="*/ 634665 w 12191999"/>
              <a:gd name="connsiteY239" fmla="*/ 1689550 h 2083506"/>
              <a:gd name="connsiteX240" fmla="*/ 527471 w 12191999"/>
              <a:gd name="connsiteY240" fmla="*/ 1679869 h 2083506"/>
              <a:gd name="connsiteX241" fmla="*/ 420260 w 12191999"/>
              <a:gd name="connsiteY241" fmla="*/ 1668475 h 2083506"/>
              <a:gd name="connsiteX242" fmla="*/ 357630 w 12191999"/>
              <a:gd name="connsiteY242" fmla="*/ 1652142 h 2083506"/>
              <a:gd name="connsiteX243" fmla="*/ 269407 w 12191999"/>
              <a:gd name="connsiteY243" fmla="*/ 1643812 h 2083506"/>
              <a:gd name="connsiteX244" fmla="*/ 254769 w 12191999"/>
              <a:gd name="connsiteY244" fmla="*/ 1641013 h 2083506"/>
              <a:gd name="connsiteX245" fmla="*/ 150763 w 12191999"/>
              <a:gd name="connsiteY245" fmla="*/ 1628143 h 2083506"/>
              <a:gd name="connsiteX246" fmla="*/ 29133 w 12191999"/>
              <a:gd name="connsiteY246" fmla="*/ 1626172 h 2083506"/>
              <a:gd name="connsiteX247" fmla="*/ 0 w 12191999"/>
              <a:gd name="connsiteY247" fmla="*/ 1619589 h 208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Lst>
            <a:rect l="l" t="t" r="r" b="b"/>
            <a:pathLst>
              <a:path w="12191999" h="2083506">
                <a:moveTo>
                  <a:pt x="0" y="0"/>
                </a:moveTo>
                <a:lnTo>
                  <a:pt x="9429748" y="0"/>
                </a:lnTo>
                <a:lnTo>
                  <a:pt x="9429748" y="1"/>
                </a:lnTo>
                <a:lnTo>
                  <a:pt x="12191999" y="1"/>
                </a:lnTo>
                <a:lnTo>
                  <a:pt x="12191999" y="1164372"/>
                </a:lnTo>
                <a:lnTo>
                  <a:pt x="12147852" y="1163783"/>
                </a:lnTo>
                <a:cubicBezTo>
                  <a:pt x="12063101" y="1189107"/>
                  <a:pt x="12045020" y="1156925"/>
                  <a:pt x="11993604" y="1153496"/>
                </a:cubicBezTo>
                <a:cubicBezTo>
                  <a:pt x="11954216" y="1165241"/>
                  <a:pt x="11911195" y="1167350"/>
                  <a:pt x="11865319" y="1176624"/>
                </a:cubicBezTo>
                <a:cubicBezTo>
                  <a:pt x="11822513" y="1184682"/>
                  <a:pt x="11766915" y="1201558"/>
                  <a:pt x="11718353" y="1209136"/>
                </a:cubicBezTo>
                <a:cubicBezTo>
                  <a:pt x="11675379" y="1217463"/>
                  <a:pt x="11638007" y="1216639"/>
                  <a:pt x="11609067" y="1218512"/>
                </a:cubicBezTo>
                <a:cubicBezTo>
                  <a:pt x="11597582" y="1221322"/>
                  <a:pt x="11554280" y="1243577"/>
                  <a:pt x="11545958" y="1240430"/>
                </a:cubicBezTo>
                <a:lnTo>
                  <a:pt x="11445770" y="1225780"/>
                </a:lnTo>
                <a:cubicBezTo>
                  <a:pt x="11425543" y="1230782"/>
                  <a:pt x="11413740" y="1222096"/>
                  <a:pt x="11398842" y="1227250"/>
                </a:cubicBezTo>
                <a:cubicBezTo>
                  <a:pt x="11367060" y="1233093"/>
                  <a:pt x="11269285" y="1263712"/>
                  <a:pt x="11240093" y="1266797"/>
                </a:cubicBezTo>
                <a:cubicBezTo>
                  <a:pt x="11197297" y="1273685"/>
                  <a:pt x="11181311" y="1272682"/>
                  <a:pt x="11141364" y="1288059"/>
                </a:cubicBezTo>
                <a:cubicBezTo>
                  <a:pt x="11099891" y="1305386"/>
                  <a:pt x="11051533" y="1319157"/>
                  <a:pt x="11015396" y="1353104"/>
                </a:cubicBezTo>
                <a:cubicBezTo>
                  <a:pt x="11009424" y="1362217"/>
                  <a:pt x="10992328" y="1361966"/>
                  <a:pt x="10973905" y="1365109"/>
                </a:cubicBezTo>
                <a:cubicBezTo>
                  <a:pt x="10955482" y="1368254"/>
                  <a:pt x="10907369" y="1372817"/>
                  <a:pt x="10904858" y="1371966"/>
                </a:cubicBezTo>
                <a:cubicBezTo>
                  <a:pt x="10880521" y="1379494"/>
                  <a:pt x="10873670" y="1399734"/>
                  <a:pt x="10827883" y="1410270"/>
                </a:cubicBezTo>
                <a:cubicBezTo>
                  <a:pt x="10790248" y="1415655"/>
                  <a:pt x="10724899" y="1420726"/>
                  <a:pt x="10690996" y="1426394"/>
                </a:cubicBezTo>
                <a:cubicBezTo>
                  <a:pt x="10676463" y="1423331"/>
                  <a:pt x="10634514" y="1436908"/>
                  <a:pt x="10624461" y="1444283"/>
                </a:cubicBezTo>
                <a:cubicBezTo>
                  <a:pt x="10601952" y="1468442"/>
                  <a:pt x="10536224" y="1460228"/>
                  <a:pt x="10517208" y="1478947"/>
                </a:cubicBezTo>
                <a:cubicBezTo>
                  <a:pt x="10509508" y="1482271"/>
                  <a:pt x="10505833" y="1468818"/>
                  <a:pt x="10497937" y="1469831"/>
                </a:cubicBezTo>
                <a:lnTo>
                  <a:pt x="10471201" y="1486037"/>
                </a:lnTo>
                <a:lnTo>
                  <a:pt x="10448263" y="1478223"/>
                </a:lnTo>
                <a:lnTo>
                  <a:pt x="10388089" y="1507175"/>
                </a:lnTo>
                <a:cubicBezTo>
                  <a:pt x="10350285" y="1513081"/>
                  <a:pt x="10383281" y="1526586"/>
                  <a:pt x="10333720" y="1515848"/>
                </a:cubicBezTo>
                <a:cubicBezTo>
                  <a:pt x="10286428" y="1526223"/>
                  <a:pt x="10174884" y="1550019"/>
                  <a:pt x="10104338" y="1569424"/>
                </a:cubicBezTo>
                <a:cubicBezTo>
                  <a:pt x="10066963" y="1581564"/>
                  <a:pt x="9967395" y="1605712"/>
                  <a:pt x="9910445" y="1632275"/>
                </a:cubicBezTo>
                <a:cubicBezTo>
                  <a:pt x="9856131" y="1644130"/>
                  <a:pt x="9831118" y="1689967"/>
                  <a:pt x="9770872" y="1688088"/>
                </a:cubicBezTo>
                <a:cubicBezTo>
                  <a:pt x="9769882" y="1691843"/>
                  <a:pt x="9737016" y="1697044"/>
                  <a:pt x="9733849" y="1700034"/>
                </a:cubicBezTo>
                <a:lnTo>
                  <a:pt x="9703714" y="1730093"/>
                </a:lnTo>
                <a:lnTo>
                  <a:pt x="9698351" y="1730377"/>
                </a:lnTo>
                <a:lnTo>
                  <a:pt x="9632895" y="1736363"/>
                </a:lnTo>
                <a:lnTo>
                  <a:pt x="9569107" y="1741010"/>
                </a:lnTo>
                <a:cubicBezTo>
                  <a:pt x="9558961" y="1745882"/>
                  <a:pt x="9548028" y="1750646"/>
                  <a:pt x="9536451" y="1755120"/>
                </a:cubicBezTo>
                <a:lnTo>
                  <a:pt x="9529385" y="1757515"/>
                </a:lnTo>
                <a:lnTo>
                  <a:pt x="9498527" y="1753117"/>
                </a:lnTo>
                <a:lnTo>
                  <a:pt x="9436642" y="1755478"/>
                </a:lnTo>
                <a:lnTo>
                  <a:pt x="9429748" y="1756317"/>
                </a:lnTo>
                <a:lnTo>
                  <a:pt x="9429748" y="1768745"/>
                </a:lnTo>
                <a:lnTo>
                  <a:pt x="9425802" y="1769273"/>
                </a:lnTo>
                <a:cubicBezTo>
                  <a:pt x="9390751" y="1773262"/>
                  <a:pt x="9371406" y="1773457"/>
                  <a:pt x="9349763" y="1776107"/>
                </a:cubicBezTo>
                <a:cubicBezTo>
                  <a:pt x="9314721" y="1782260"/>
                  <a:pt x="9277650" y="1796217"/>
                  <a:pt x="9256503" y="1800699"/>
                </a:cubicBezTo>
                <a:lnTo>
                  <a:pt x="9222873" y="1803003"/>
                </a:lnTo>
                <a:lnTo>
                  <a:pt x="9224095" y="1807355"/>
                </a:lnTo>
                <a:lnTo>
                  <a:pt x="9211603" y="1807675"/>
                </a:lnTo>
                <a:lnTo>
                  <a:pt x="9183719" y="1807781"/>
                </a:lnTo>
                <a:cubicBezTo>
                  <a:pt x="9166319" y="1808439"/>
                  <a:pt x="9117935" y="1807396"/>
                  <a:pt x="9100221" y="1808989"/>
                </a:cubicBezTo>
                <a:cubicBezTo>
                  <a:pt x="9095111" y="1813630"/>
                  <a:pt x="9087224" y="1816160"/>
                  <a:pt x="9077439" y="1817333"/>
                </a:cubicBezTo>
                <a:lnTo>
                  <a:pt x="9055889" y="1817464"/>
                </a:lnTo>
                <a:lnTo>
                  <a:pt x="8930912" y="1828648"/>
                </a:lnTo>
                <a:lnTo>
                  <a:pt x="8913729" y="1829483"/>
                </a:lnTo>
                <a:lnTo>
                  <a:pt x="8904423" y="1833234"/>
                </a:lnTo>
                <a:cubicBezTo>
                  <a:pt x="8897319" y="1833982"/>
                  <a:pt x="8876911" y="1833498"/>
                  <a:pt x="8871099" y="1833979"/>
                </a:cubicBezTo>
                <a:lnTo>
                  <a:pt x="8869557" y="1836113"/>
                </a:lnTo>
                <a:cubicBezTo>
                  <a:pt x="8851043" y="1839524"/>
                  <a:pt x="8781405" y="1850882"/>
                  <a:pt x="8760021" y="1854442"/>
                </a:cubicBezTo>
                <a:cubicBezTo>
                  <a:pt x="8755749" y="1851161"/>
                  <a:pt x="8746183" y="1856343"/>
                  <a:pt x="8741254" y="1857469"/>
                </a:cubicBezTo>
                <a:cubicBezTo>
                  <a:pt x="8740491" y="1855259"/>
                  <a:pt x="8728559" y="1854585"/>
                  <a:pt x="8725039" y="1856552"/>
                </a:cubicBezTo>
                <a:cubicBezTo>
                  <a:pt x="8641157" y="1867333"/>
                  <a:pt x="8683145" y="1845054"/>
                  <a:pt x="8635265" y="1859168"/>
                </a:cubicBezTo>
                <a:cubicBezTo>
                  <a:pt x="8626795" y="1860103"/>
                  <a:pt x="8619931" y="1859212"/>
                  <a:pt x="8613911" y="1857561"/>
                </a:cubicBezTo>
                <a:lnTo>
                  <a:pt x="8604931" y="1854170"/>
                </a:lnTo>
                <a:lnTo>
                  <a:pt x="8570171" y="1860579"/>
                </a:lnTo>
                <a:cubicBezTo>
                  <a:pt x="8553049" y="1862813"/>
                  <a:pt x="8535028" y="1864294"/>
                  <a:pt x="8516537" y="1864971"/>
                </a:cubicBezTo>
                <a:cubicBezTo>
                  <a:pt x="8512388" y="1860455"/>
                  <a:pt x="8497874" y="1866870"/>
                  <a:pt x="8491046" y="1868141"/>
                </a:cubicBezTo>
                <a:cubicBezTo>
                  <a:pt x="8490975" y="1865191"/>
                  <a:pt x="8475847" y="1863778"/>
                  <a:pt x="8470478" y="1866216"/>
                </a:cubicBezTo>
                <a:cubicBezTo>
                  <a:pt x="8357654" y="1876758"/>
                  <a:pt x="8421139" y="1849210"/>
                  <a:pt x="8353433" y="1865729"/>
                </a:cubicBezTo>
                <a:lnTo>
                  <a:pt x="8347675" y="1865075"/>
                </a:lnTo>
                <a:lnTo>
                  <a:pt x="8343939" y="1865677"/>
                </a:lnTo>
                <a:cubicBezTo>
                  <a:pt x="8309852" y="1870841"/>
                  <a:pt x="8272587" y="1875809"/>
                  <a:pt x="8221566" y="1881148"/>
                </a:cubicBezTo>
                <a:cubicBezTo>
                  <a:pt x="8158043" y="1892960"/>
                  <a:pt x="8095547" y="1914042"/>
                  <a:pt x="8066095" y="1919902"/>
                </a:cubicBezTo>
                <a:cubicBezTo>
                  <a:pt x="8058949" y="1919234"/>
                  <a:pt x="8051921" y="1917862"/>
                  <a:pt x="8044849" y="1916308"/>
                </a:cubicBezTo>
                <a:lnTo>
                  <a:pt x="8041142" y="1915506"/>
                </a:lnTo>
                <a:lnTo>
                  <a:pt x="8022159" y="1911521"/>
                </a:lnTo>
                <a:lnTo>
                  <a:pt x="7944932" y="1917265"/>
                </a:lnTo>
                <a:lnTo>
                  <a:pt x="7879011" y="1928570"/>
                </a:lnTo>
                <a:lnTo>
                  <a:pt x="7865529" y="1934399"/>
                </a:lnTo>
                <a:lnTo>
                  <a:pt x="7774801" y="1947969"/>
                </a:lnTo>
                <a:lnTo>
                  <a:pt x="7748398" y="1955982"/>
                </a:lnTo>
                <a:lnTo>
                  <a:pt x="7740684" y="1955717"/>
                </a:lnTo>
                <a:cubicBezTo>
                  <a:pt x="7728362" y="1958584"/>
                  <a:pt x="7714099" y="1968442"/>
                  <a:pt x="7712976" y="1960442"/>
                </a:cubicBezTo>
                <a:lnTo>
                  <a:pt x="7699956" y="1966104"/>
                </a:lnTo>
                <a:lnTo>
                  <a:pt x="7684158" y="1962927"/>
                </a:lnTo>
                <a:cubicBezTo>
                  <a:pt x="7674684" y="1962643"/>
                  <a:pt x="7652105" y="1963177"/>
                  <a:pt x="7643109" y="1964400"/>
                </a:cubicBezTo>
                <a:lnTo>
                  <a:pt x="7630180" y="1970266"/>
                </a:lnTo>
                <a:lnTo>
                  <a:pt x="7609131" y="1971774"/>
                </a:lnTo>
                <a:cubicBezTo>
                  <a:pt x="7596694" y="1971644"/>
                  <a:pt x="7570258" y="1969757"/>
                  <a:pt x="7555555" y="1969491"/>
                </a:cubicBezTo>
                <a:cubicBezTo>
                  <a:pt x="7541460" y="1966540"/>
                  <a:pt x="7530571" y="1964848"/>
                  <a:pt x="7520919" y="1970177"/>
                </a:cubicBezTo>
                <a:cubicBezTo>
                  <a:pt x="7500295" y="1966884"/>
                  <a:pt x="7480780" y="1949401"/>
                  <a:pt x="7456258" y="1960468"/>
                </a:cubicBezTo>
                <a:cubicBezTo>
                  <a:pt x="7434946" y="1957506"/>
                  <a:pt x="7435772" y="1952500"/>
                  <a:pt x="7393047" y="1952408"/>
                </a:cubicBezTo>
                <a:cubicBezTo>
                  <a:pt x="7356520" y="1952860"/>
                  <a:pt x="7236307" y="1958626"/>
                  <a:pt x="7199912" y="1959913"/>
                </a:cubicBezTo>
                <a:cubicBezTo>
                  <a:pt x="7176501" y="1959942"/>
                  <a:pt x="7160098" y="1958343"/>
                  <a:pt x="7146774" y="1956641"/>
                </a:cubicBezTo>
                <a:lnTo>
                  <a:pt x="7122244" y="1953891"/>
                </a:lnTo>
                <a:lnTo>
                  <a:pt x="7032241" y="1962723"/>
                </a:lnTo>
                <a:cubicBezTo>
                  <a:pt x="6997214" y="1965198"/>
                  <a:pt x="6963725" y="1968396"/>
                  <a:pt x="6941492" y="1976868"/>
                </a:cubicBezTo>
                <a:cubicBezTo>
                  <a:pt x="6947015" y="1970398"/>
                  <a:pt x="6923088" y="1965379"/>
                  <a:pt x="6906514" y="1968589"/>
                </a:cubicBezTo>
                <a:cubicBezTo>
                  <a:pt x="6925890" y="1943204"/>
                  <a:pt x="6840983" y="1991464"/>
                  <a:pt x="6826395" y="1974141"/>
                </a:cubicBezTo>
                <a:cubicBezTo>
                  <a:pt x="6825676" y="1990223"/>
                  <a:pt x="6751393" y="2017492"/>
                  <a:pt x="6716431" y="2004297"/>
                </a:cubicBezTo>
                <a:cubicBezTo>
                  <a:pt x="6663167" y="2007518"/>
                  <a:pt x="6625450" y="2020811"/>
                  <a:pt x="6569607" y="2015496"/>
                </a:cubicBezTo>
                <a:cubicBezTo>
                  <a:pt x="6567874" y="2017648"/>
                  <a:pt x="6565034" y="2019449"/>
                  <a:pt x="6561430" y="2020996"/>
                </a:cubicBezTo>
                <a:lnTo>
                  <a:pt x="6549371" y="2024747"/>
                </a:lnTo>
                <a:lnTo>
                  <a:pt x="6547040" y="2024474"/>
                </a:lnTo>
                <a:cubicBezTo>
                  <a:pt x="6537882" y="2024425"/>
                  <a:pt x="6533193" y="2025332"/>
                  <a:pt x="6530482" y="2026659"/>
                </a:cubicBezTo>
                <a:lnTo>
                  <a:pt x="6528565" y="2028600"/>
                </a:lnTo>
                <a:lnTo>
                  <a:pt x="6517741" y="2030558"/>
                </a:lnTo>
                <a:lnTo>
                  <a:pt x="6497855" y="2035650"/>
                </a:lnTo>
                <a:lnTo>
                  <a:pt x="6492785" y="2035444"/>
                </a:lnTo>
                <a:lnTo>
                  <a:pt x="6460692" y="2041321"/>
                </a:lnTo>
                <a:lnTo>
                  <a:pt x="6459609" y="2040851"/>
                </a:lnTo>
                <a:cubicBezTo>
                  <a:pt x="6456451" y="2039933"/>
                  <a:pt x="6452734" y="2039508"/>
                  <a:pt x="6447765" y="2040102"/>
                </a:cubicBezTo>
                <a:cubicBezTo>
                  <a:pt x="6446007" y="2031126"/>
                  <a:pt x="6441093" y="2037380"/>
                  <a:pt x="6426590" y="2039928"/>
                </a:cubicBezTo>
                <a:cubicBezTo>
                  <a:pt x="6423606" y="2033241"/>
                  <a:pt x="6413230" y="2032925"/>
                  <a:pt x="6401693" y="2033537"/>
                </a:cubicBezTo>
                <a:lnTo>
                  <a:pt x="6387141" y="2033161"/>
                </a:lnTo>
                <a:lnTo>
                  <a:pt x="6357846" y="2036782"/>
                </a:lnTo>
                <a:lnTo>
                  <a:pt x="6342914" y="2037585"/>
                </a:lnTo>
                <a:lnTo>
                  <a:pt x="6336300" y="2038781"/>
                </a:lnTo>
                <a:lnTo>
                  <a:pt x="6317178" y="2038968"/>
                </a:lnTo>
                <a:lnTo>
                  <a:pt x="6161427" y="2047338"/>
                </a:lnTo>
                <a:cubicBezTo>
                  <a:pt x="6147824" y="2057658"/>
                  <a:pt x="6118908" y="2077615"/>
                  <a:pt x="6097339" y="2082438"/>
                </a:cubicBezTo>
                <a:cubicBezTo>
                  <a:pt x="6090149" y="2084046"/>
                  <a:pt x="6083776" y="2083972"/>
                  <a:pt x="6079059" y="2081299"/>
                </a:cubicBezTo>
                <a:cubicBezTo>
                  <a:pt x="6063900" y="2082334"/>
                  <a:pt x="6011621" y="2084537"/>
                  <a:pt x="5998439" y="2070958"/>
                </a:cubicBezTo>
                <a:cubicBezTo>
                  <a:pt x="5976443" y="2071759"/>
                  <a:pt x="5925514" y="2069780"/>
                  <a:pt x="5904290" y="2070255"/>
                </a:cubicBezTo>
                <a:cubicBezTo>
                  <a:pt x="5871515" y="2066244"/>
                  <a:pt x="5843986" y="2088249"/>
                  <a:pt x="5814867" y="2079032"/>
                </a:cubicBezTo>
                <a:cubicBezTo>
                  <a:pt x="5792003" y="2070559"/>
                  <a:pt x="5750009" y="2076273"/>
                  <a:pt x="5725743" y="2070558"/>
                </a:cubicBezTo>
                <a:cubicBezTo>
                  <a:pt x="5716432" y="2058355"/>
                  <a:pt x="5667424" y="2047322"/>
                  <a:pt x="5650546" y="2052412"/>
                </a:cubicBezTo>
                <a:cubicBezTo>
                  <a:pt x="5614627" y="2046084"/>
                  <a:pt x="5608108" y="2028306"/>
                  <a:pt x="5581284" y="2023175"/>
                </a:cubicBezTo>
                <a:lnTo>
                  <a:pt x="5572593" y="2018391"/>
                </a:lnTo>
                <a:lnTo>
                  <a:pt x="5548580" y="2016951"/>
                </a:lnTo>
                <a:cubicBezTo>
                  <a:pt x="5523726" y="2017783"/>
                  <a:pt x="5498337" y="2019663"/>
                  <a:pt x="5471173" y="2018786"/>
                </a:cubicBezTo>
                <a:cubicBezTo>
                  <a:pt x="5447687" y="2003020"/>
                  <a:pt x="5353807" y="2022324"/>
                  <a:pt x="5340320" y="2037611"/>
                </a:cubicBezTo>
                <a:cubicBezTo>
                  <a:pt x="5340015" y="2024215"/>
                  <a:pt x="5271937" y="2042455"/>
                  <a:pt x="5254376" y="2042928"/>
                </a:cubicBezTo>
                <a:cubicBezTo>
                  <a:pt x="5248522" y="2043086"/>
                  <a:pt x="5248281" y="2041270"/>
                  <a:pt x="5258035" y="2035649"/>
                </a:cubicBezTo>
                <a:cubicBezTo>
                  <a:pt x="5239374" y="2037214"/>
                  <a:pt x="5220112" y="2030252"/>
                  <a:pt x="5230622" y="2024576"/>
                </a:cubicBezTo>
                <a:cubicBezTo>
                  <a:pt x="5173932" y="2036724"/>
                  <a:pt x="5090262" y="2024645"/>
                  <a:pt x="5026203" y="2030162"/>
                </a:cubicBezTo>
                <a:cubicBezTo>
                  <a:pt x="4991280" y="2016814"/>
                  <a:pt x="5010212" y="2029164"/>
                  <a:pt x="4973988" y="2026668"/>
                </a:cubicBezTo>
                <a:cubicBezTo>
                  <a:pt x="4983896" y="2038955"/>
                  <a:pt x="4930012" y="2019774"/>
                  <a:pt x="4928030" y="2033642"/>
                </a:cubicBezTo>
                <a:cubicBezTo>
                  <a:pt x="4921501" y="2032748"/>
                  <a:pt x="4915238" y="2031445"/>
                  <a:pt x="4908970" y="2030033"/>
                </a:cubicBezTo>
                <a:lnTo>
                  <a:pt x="4905679" y="2029300"/>
                </a:lnTo>
                <a:lnTo>
                  <a:pt x="4892525" y="2028768"/>
                </a:lnTo>
                <a:lnTo>
                  <a:pt x="4888818" y="2025619"/>
                </a:lnTo>
                <a:lnTo>
                  <a:pt x="4869018" y="2022668"/>
                </a:lnTo>
                <a:cubicBezTo>
                  <a:pt x="4861602" y="2022028"/>
                  <a:pt x="4853622" y="2021880"/>
                  <a:pt x="4844804" y="2022527"/>
                </a:cubicBezTo>
                <a:cubicBezTo>
                  <a:pt x="4823110" y="2028022"/>
                  <a:pt x="4789330" y="2021287"/>
                  <a:pt x="4758778" y="2021694"/>
                </a:cubicBezTo>
                <a:lnTo>
                  <a:pt x="4744748" y="2023396"/>
                </a:lnTo>
                <a:lnTo>
                  <a:pt x="4698956" y="2020558"/>
                </a:lnTo>
                <a:cubicBezTo>
                  <a:pt x="4685921" y="2020008"/>
                  <a:pt x="4672392" y="2019718"/>
                  <a:pt x="4658147" y="2019920"/>
                </a:cubicBezTo>
                <a:lnTo>
                  <a:pt x="4631706" y="2021274"/>
                </a:lnTo>
                <a:lnTo>
                  <a:pt x="4624776" y="2020152"/>
                </a:lnTo>
                <a:cubicBezTo>
                  <a:pt x="4612703" y="2020277"/>
                  <a:pt x="4596727" y="2024226"/>
                  <a:pt x="4598150" y="2019429"/>
                </a:cubicBezTo>
                <a:lnTo>
                  <a:pt x="4584588" y="2021092"/>
                </a:lnTo>
                <a:lnTo>
                  <a:pt x="4571203" y="2017263"/>
                </a:lnTo>
                <a:cubicBezTo>
                  <a:pt x="4569736" y="2016374"/>
                  <a:pt x="4568633" y="2015427"/>
                  <a:pt x="4567930" y="2014458"/>
                </a:cubicBezTo>
                <a:lnTo>
                  <a:pt x="4548984" y="2015717"/>
                </a:lnTo>
                <a:lnTo>
                  <a:pt x="4533451" y="2012976"/>
                </a:lnTo>
                <a:lnTo>
                  <a:pt x="4519910" y="2014768"/>
                </a:lnTo>
                <a:lnTo>
                  <a:pt x="4514290" y="2014364"/>
                </a:lnTo>
                <a:lnTo>
                  <a:pt x="4500320" y="2013007"/>
                </a:lnTo>
                <a:cubicBezTo>
                  <a:pt x="4493159" y="2012056"/>
                  <a:pt x="4485144" y="2010910"/>
                  <a:pt x="4476219" y="2009993"/>
                </a:cubicBezTo>
                <a:lnTo>
                  <a:pt x="4468701" y="2009574"/>
                </a:lnTo>
                <a:lnTo>
                  <a:pt x="4452333" y="2004964"/>
                </a:lnTo>
                <a:cubicBezTo>
                  <a:pt x="4440422" y="2001479"/>
                  <a:pt x="4431048" y="1999130"/>
                  <a:pt x="4420644" y="2001021"/>
                </a:cubicBezTo>
                <a:cubicBezTo>
                  <a:pt x="4402911" y="1996519"/>
                  <a:pt x="4390524" y="1983900"/>
                  <a:pt x="4364856" y="1987267"/>
                </a:cubicBezTo>
                <a:cubicBezTo>
                  <a:pt x="4372645" y="1981550"/>
                  <a:pt x="4336350" y="1986575"/>
                  <a:pt x="4332062" y="1980703"/>
                </a:cubicBezTo>
                <a:cubicBezTo>
                  <a:pt x="4330083" y="1975974"/>
                  <a:pt x="4318612" y="1976397"/>
                  <a:pt x="4309876" y="1974653"/>
                </a:cubicBezTo>
                <a:cubicBezTo>
                  <a:pt x="4303650" y="1969824"/>
                  <a:pt x="4259693" y="1965414"/>
                  <a:pt x="4244391" y="1966109"/>
                </a:cubicBezTo>
                <a:cubicBezTo>
                  <a:pt x="4201255" y="1970914"/>
                  <a:pt x="4166558" y="1951471"/>
                  <a:pt x="4132071" y="1954813"/>
                </a:cubicBezTo>
                <a:cubicBezTo>
                  <a:pt x="4123041" y="1954358"/>
                  <a:pt x="4115554" y="1953263"/>
                  <a:pt x="4109069" y="1951778"/>
                </a:cubicBezTo>
                <a:lnTo>
                  <a:pt x="4092908" y="1946662"/>
                </a:lnTo>
                <a:cubicBezTo>
                  <a:pt x="4092707" y="1945539"/>
                  <a:pt x="4092506" y="1944415"/>
                  <a:pt x="4092306" y="1943291"/>
                </a:cubicBezTo>
                <a:lnTo>
                  <a:pt x="4080234" y="1941219"/>
                </a:lnTo>
                <a:lnTo>
                  <a:pt x="4077778" y="1940145"/>
                </a:lnTo>
                <a:cubicBezTo>
                  <a:pt x="4073105" y="1938081"/>
                  <a:pt x="4068339" y="1936119"/>
                  <a:pt x="4062936" y="1934506"/>
                </a:cubicBezTo>
                <a:cubicBezTo>
                  <a:pt x="4048082" y="1947155"/>
                  <a:pt x="4014523" y="1922869"/>
                  <a:pt x="4012506" y="1935475"/>
                </a:cubicBezTo>
                <a:cubicBezTo>
                  <a:pt x="3980228" y="1928812"/>
                  <a:pt x="3986775" y="1942559"/>
                  <a:pt x="3965880" y="1925968"/>
                </a:cubicBezTo>
                <a:cubicBezTo>
                  <a:pt x="3899515" y="1923414"/>
                  <a:pt x="3830855" y="1902158"/>
                  <a:pt x="3765338" y="1906649"/>
                </a:cubicBezTo>
                <a:cubicBezTo>
                  <a:pt x="3780686" y="1902635"/>
                  <a:pt x="3768784" y="1893856"/>
                  <a:pt x="3749493" y="1893071"/>
                </a:cubicBezTo>
                <a:cubicBezTo>
                  <a:pt x="3807776" y="1876857"/>
                  <a:pt x="3656400" y="1898030"/>
                  <a:pt x="3672704" y="1881383"/>
                </a:cubicBezTo>
                <a:cubicBezTo>
                  <a:pt x="3645532" y="1893973"/>
                  <a:pt x="3537791" y="1900656"/>
                  <a:pt x="3530082" y="1883187"/>
                </a:cubicBezTo>
                <a:cubicBezTo>
                  <a:pt x="3479808" y="1875044"/>
                  <a:pt x="3426017" y="1877998"/>
                  <a:pt x="3387664" y="1862579"/>
                </a:cubicBezTo>
                <a:cubicBezTo>
                  <a:pt x="3382649" y="1863935"/>
                  <a:pt x="3377277" y="1864791"/>
                  <a:pt x="3371681" y="1865293"/>
                </a:cubicBezTo>
                <a:lnTo>
                  <a:pt x="3355305" y="1865842"/>
                </a:lnTo>
                <a:lnTo>
                  <a:pt x="3353790" y="1865158"/>
                </a:lnTo>
                <a:cubicBezTo>
                  <a:pt x="3346144" y="1863282"/>
                  <a:pt x="3340687" y="1863057"/>
                  <a:pt x="3336210" y="1863564"/>
                </a:cubicBezTo>
                <a:lnTo>
                  <a:pt x="3331381" y="1864716"/>
                </a:lnTo>
                <a:lnTo>
                  <a:pt x="3319012" y="1864093"/>
                </a:lnTo>
                <a:lnTo>
                  <a:pt x="3293818" y="1864135"/>
                </a:lnTo>
                <a:lnTo>
                  <a:pt x="3289881" y="1862954"/>
                </a:lnTo>
                <a:lnTo>
                  <a:pt x="3253090" y="1861164"/>
                </a:lnTo>
                <a:cubicBezTo>
                  <a:pt x="3253042" y="1860968"/>
                  <a:pt x="3252996" y="1860771"/>
                  <a:pt x="3252949" y="1860574"/>
                </a:cubicBezTo>
                <a:cubicBezTo>
                  <a:pt x="3251799" y="1859213"/>
                  <a:pt x="3249368" y="1858131"/>
                  <a:pt x="3244187" y="1857604"/>
                </a:cubicBezTo>
                <a:cubicBezTo>
                  <a:pt x="3250860" y="1853873"/>
                  <a:pt x="3250577" y="1852999"/>
                  <a:pt x="3246570" y="1852946"/>
                </a:cubicBezTo>
                <a:lnTo>
                  <a:pt x="3237810" y="1853064"/>
                </a:lnTo>
                <a:lnTo>
                  <a:pt x="3230822" y="1855474"/>
                </a:lnTo>
                <a:cubicBezTo>
                  <a:pt x="3206812" y="1862286"/>
                  <a:pt x="3176733" y="1868865"/>
                  <a:pt x="3136549" y="1874037"/>
                </a:cubicBezTo>
                <a:cubicBezTo>
                  <a:pt x="3081163" y="1880168"/>
                  <a:pt x="2902557" y="1900580"/>
                  <a:pt x="2845754" y="1910932"/>
                </a:cubicBezTo>
                <a:cubicBezTo>
                  <a:pt x="2860822" y="1944376"/>
                  <a:pt x="2813389" y="1905358"/>
                  <a:pt x="2786878" y="1917162"/>
                </a:cubicBezTo>
                <a:cubicBezTo>
                  <a:pt x="2766803" y="1917398"/>
                  <a:pt x="2741628" y="1915886"/>
                  <a:pt x="2725298" y="1912340"/>
                </a:cubicBezTo>
                <a:cubicBezTo>
                  <a:pt x="2716680" y="1911427"/>
                  <a:pt x="2707572" y="1911972"/>
                  <a:pt x="2697754" y="1914863"/>
                </a:cubicBezTo>
                <a:cubicBezTo>
                  <a:pt x="2667185" y="1939014"/>
                  <a:pt x="2622149" y="1926211"/>
                  <a:pt x="2568063" y="1936283"/>
                </a:cubicBezTo>
                <a:cubicBezTo>
                  <a:pt x="2552625" y="1932001"/>
                  <a:pt x="2502682" y="1953378"/>
                  <a:pt x="2489784" y="1943720"/>
                </a:cubicBezTo>
                <a:cubicBezTo>
                  <a:pt x="2478524" y="1943155"/>
                  <a:pt x="2467418" y="1949411"/>
                  <a:pt x="2458978" y="1938095"/>
                </a:cubicBezTo>
                <a:cubicBezTo>
                  <a:pt x="2417552" y="1934639"/>
                  <a:pt x="2366376" y="1931293"/>
                  <a:pt x="2318712" y="1934474"/>
                </a:cubicBezTo>
                <a:cubicBezTo>
                  <a:pt x="2296029" y="1936526"/>
                  <a:pt x="2282069" y="1938434"/>
                  <a:pt x="2268709" y="1940521"/>
                </a:cubicBezTo>
                <a:lnTo>
                  <a:pt x="2264080" y="1941232"/>
                </a:lnTo>
                <a:lnTo>
                  <a:pt x="2254684" y="1943524"/>
                </a:lnTo>
                <a:lnTo>
                  <a:pt x="2252523" y="1943004"/>
                </a:lnTo>
                <a:lnTo>
                  <a:pt x="2173350" y="1929202"/>
                </a:lnTo>
                <a:lnTo>
                  <a:pt x="2155266" y="1920267"/>
                </a:lnTo>
                <a:lnTo>
                  <a:pt x="2091013" y="1914631"/>
                </a:lnTo>
                <a:cubicBezTo>
                  <a:pt x="2033357" y="1920614"/>
                  <a:pt x="2070513" y="1905065"/>
                  <a:pt x="2030712" y="1897690"/>
                </a:cubicBezTo>
                <a:cubicBezTo>
                  <a:pt x="1994539" y="1893055"/>
                  <a:pt x="1958569" y="1883188"/>
                  <a:pt x="1908838" y="1892222"/>
                </a:cubicBezTo>
                <a:cubicBezTo>
                  <a:pt x="1897236" y="1896147"/>
                  <a:pt x="1883338" y="1892415"/>
                  <a:pt x="1877796" y="1883887"/>
                </a:cubicBezTo>
                <a:cubicBezTo>
                  <a:pt x="1876842" y="1882419"/>
                  <a:pt x="1876177" y="1880863"/>
                  <a:pt x="1875824" y="1879265"/>
                </a:cubicBezTo>
                <a:cubicBezTo>
                  <a:pt x="1843474" y="1887199"/>
                  <a:pt x="1841511" y="1873818"/>
                  <a:pt x="1823048" y="1881064"/>
                </a:cubicBezTo>
                <a:cubicBezTo>
                  <a:pt x="1792640" y="1872164"/>
                  <a:pt x="1782358" y="1850450"/>
                  <a:pt x="1765736" y="1856578"/>
                </a:cubicBezTo>
                <a:cubicBezTo>
                  <a:pt x="1753024" y="1849107"/>
                  <a:pt x="1745932" y="1828316"/>
                  <a:pt x="1725669" y="1833744"/>
                </a:cubicBezTo>
                <a:cubicBezTo>
                  <a:pt x="1727428" y="1831405"/>
                  <a:pt x="1726953" y="1830157"/>
                  <a:pt x="1725216" y="1829447"/>
                </a:cubicBezTo>
                <a:lnTo>
                  <a:pt x="1721485" y="1828960"/>
                </a:lnTo>
                <a:lnTo>
                  <a:pt x="1717786" y="1832224"/>
                </a:lnTo>
                <a:cubicBezTo>
                  <a:pt x="1703445" y="1843277"/>
                  <a:pt x="1706547" y="1827935"/>
                  <a:pt x="1689907" y="1825425"/>
                </a:cubicBezTo>
                <a:cubicBezTo>
                  <a:pt x="1682338" y="1823445"/>
                  <a:pt x="1685181" y="1820226"/>
                  <a:pt x="1688093" y="1817391"/>
                </a:cubicBezTo>
                <a:lnTo>
                  <a:pt x="1496789" y="1805297"/>
                </a:lnTo>
                <a:cubicBezTo>
                  <a:pt x="1463551" y="1793913"/>
                  <a:pt x="1426345" y="1786892"/>
                  <a:pt x="1392839" y="1758649"/>
                </a:cubicBezTo>
                <a:cubicBezTo>
                  <a:pt x="1386461" y="1750573"/>
                  <a:pt x="1374031" y="1756918"/>
                  <a:pt x="1360872" y="1752441"/>
                </a:cubicBezTo>
                <a:cubicBezTo>
                  <a:pt x="1347711" y="1747963"/>
                  <a:pt x="1332751" y="1735898"/>
                  <a:pt x="1313885" y="1731785"/>
                </a:cubicBezTo>
                <a:cubicBezTo>
                  <a:pt x="1281989" y="1726305"/>
                  <a:pt x="1256405" y="1739744"/>
                  <a:pt x="1247665" y="1727765"/>
                </a:cubicBezTo>
                <a:cubicBezTo>
                  <a:pt x="1231363" y="1728538"/>
                  <a:pt x="1209120" y="1742556"/>
                  <a:pt x="1196850" y="1729622"/>
                </a:cubicBezTo>
                <a:cubicBezTo>
                  <a:pt x="1195195" y="1740224"/>
                  <a:pt x="1178147" y="1721561"/>
                  <a:pt x="1168728" y="1728550"/>
                </a:cubicBezTo>
                <a:cubicBezTo>
                  <a:pt x="1152073" y="1727193"/>
                  <a:pt x="1122804" y="1725926"/>
                  <a:pt x="1096918" y="1721485"/>
                </a:cubicBezTo>
                <a:lnTo>
                  <a:pt x="1094082" y="1720113"/>
                </a:lnTo>
                <a:lnTo>
                  <a:pt x="1040782" y="1721762"/>
                </a:lnTo>
                <a:cubicBezTo>
                  <a:pt x="987172" y="1722352"/>
                  <a:pt x="1023272" y="1708707"/>
                  <a:pt x="955980" y="1719289"/>
                </a:cubicBezTo>
                <a:cubicBezTo>
                  <a:pt x="948995" y="1714208"/>
                  <a:pt x="940521" y="1713816"/>
                  <a:pt x="926108" y="1715917"/>
                </a:cubicBezTo>
                <a:cubicBezTo>
                  <a:pt x="900077" y="1715834"/>
                  <a:pt x="902688" y="1703436"/>
                  <a:pt x="876049" y="1710422"/>
                </a:cubicBezTo>
                <a:cubicBezTo>
                  <a:pt x="881084" y="1703830"/>
                  <a:pt x="826830" y="1706893"/>
                  <a:pt x="839194" y="1700176"/>
                </a:cubicBezTo>
                <a:cubicBezTo>
                  <a:pt x="822548" y="1693764"/>
                  <a:pt x="813674" y="1703628"/>
                  <a:pt x="797112" y="1698014"/>
                </a:cubicBezTo>
                <a:cubicBezTo>
                  <a:pt x="778195" y="1696418"/>
                  <a:pt x="807647" y="1705364"/>
                  <a:pt x="786610" y="1705455"/>
                </a:cubicBezTo>
                <a:cubicBezTo>
                  <a:pt x="761170" y="1704357"/>
                  <a:pt x="760599" y="1716610"/>
                  <a:pt x="741833" y="1700566"/>
                </a:cubicBezTo>
                <a:lnTo>
                  <a:pt x="673985" y="1692278"/>
                </a:lnTo>
                <a:cubicBezTo>
                  <a:pt x="658515" y="1695829"/>
                  <a:pt x="646395" y="1693620"/>
                  <a:pt x="634665" y="1689550"/>
                </a:cubicBezTo>
                <a:cubicBezTo>
                  <a:pt x="599149" y="1689690"/>
                  <a:pt x="567176" y="1683160"/>
                  <a:pt x="527471" y="1679869"/>
                </a:cubicBezTo>
                <a:cubicBezTo>
                  <a:pt x="484099" y="1683240"/>
                  <a:pt x="462693" y="1671949"/>
                  <a:pt x="420260" y="1668475"/>
                </a:cubicBezTo>
                <a:cubicBezTo>
                  <a:pt x="377482" y="1677390"/>
                  <a:pt x="393500" y="1652730"/>
                  <a:pt x="357630" y="1652142"/>
                </a:cubicBezTo>
                <a:cubicBezTo>
                  <a:pt x="298692" y="1659518"/>
                  <a:pt x="359631" y="1643849"/>
                  <a:pt x="269407" y="1643812"/>
                </a:cubicBezTo>
                <a:cubicBezTo>
                  <a:pt x="264204" y="1645215"/>
                  <a:pt x="253436" y="1643159"/>
                  <a:pt x="254769" y="1641013"/>
                </a:cubicBezTo>
                <a:cubicBezTo>
                  <a:pt x="234996" y="1641090"/>
                  <a:pt x="179093" y="1626583"/>
                  <a:pt x="150763" y="1628143"/>
                </a:cubicBezTo>
                <a:cubicBezTo>
                  <a:pt x="96232" y="1619954"/>
                  <a:pt x="68845" y="1629422"/>
                  <a:pt x="29133" y="1626172"/>
                </a:cubicBezTo>
                <a:lnTo>
                  <a:pt x="0" y="1619589"/>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panose="020F0502020204030204"/>
                <a:ea typeface="Arial"/>
                <a:cs typeface="Arial"/>
                <a:sym typeface="Wingdings"/>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panose="020F0502020204030204"/>
                <a:ea typeface="Arial"/>
                <a:cs typeface="Arial"/>
                <a:sym typeface="Wingdings"/>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panose="020F0502020204030204"/>
                <a:ea typeface="Arial"/>
                <a:cs typeface="Arial"/>
                <a:sym typeface="Wingdings"/>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panose="020F0502020204030204"/>
                <a:ea typeface="Arial"/>
                <a:cs typeface="Arial"/>
                <a:sym typeface="Wingdings"/>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panose="020F0502020204030204"/>
                <a:ea typeface="Arial"/>
                <a:cs typeface="Arial"/>
                <a:sym typeface="Wingdings"/>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panose="020F0502020204030204"/>
                <a:ea typeface="Arial"/>
                <a:cs typeface="Arial"/>
                <a:sym typeface="Wingdings"/>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panose="020F0502020204030204"/>
                <a:ea typeface="Arial"/>
                <a:cs typeface="Arial"/>
                <a:sym typeface="Wingdings"/>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panose="020F0502020204030204"/>
                <a:ea typeface="Arial"/>
                <a:cs typeface="Arial"/>
                <a:sym typeface="Wingdings"/>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panose="020F0502020204030204"/>
                <a:ea typeface="Arial"/>
                <a:cs typeface="Arial"/>
                <a:sym typeface="Wingdings"/>
              </a:defRPr>
            </a:lvl9pPr>
          </a:lstStyle>
          <a:p>
            <a:pPr algn="ctr"/>
            <a:endParaRPr lang="en-US"/>
          </a:p>
        </p:txBody>
      </p:sp>
      <p:sp>
        <p:nvSpPr>
          <p:cNvPr id="2" name="Title 1">
            <a:extLst>
              <a:ext uri="{FF2B5EF4-FFF2-40B4-BE49-F238E27FC236}">
                <a16:creationId xmlns:a16="http://schemas.microsoft.com/office/drawing/2014/main" id="{4AD574C4-67C3-8F0D-00C1-E5828DDDCB7B}"/>
              </a:ext>
            </a:extLst>
          </p:cNvPr>
          <p:cNvSpPr>
            <a:spLocks noGrp="1"/>
          </p:cNvSpPr>
          <p:nvPr>
            <p:ph type="title"/>
          </p:nvPr>
        </p:nvSpPr>
        <p:spPr>
          <a:xfrm>
            <a:off x="828675" y="494414"/>
            <a:ext cx="10534650" cy="817403"/>
          </a:xfrm>
        </p:spPr>
        <p:txBody>
          <a:bodyPr vert="horz" lIns="91440" tIns="45720" rIns="91440" bIns="45720" rtlCol="0" anchor="b">
            <a:normAutofit/>
          </a:bodyPr>
          <a:lstStyle/>
          <a:p>
            <a:pPr algn="ctr"/>
            <a:r>
              <a:rPr lang="en-US" sz="3600" kern="1200">
                <a:solidFill>
                  <a:schemeClr val="tx1"/>
                </a:solidFill>
                <a:latin typeface="+mj-lt"/>
                <a:ea typeface="+mj-ea"/>
                <a:cs typeface="+mj-cs"/>
              </a:rPr>
              <a:t>Budget planning</a:t>
            </a:r>
          </a:p>
        </p:txBody>
      </p:sp>
      <p:pic>
        <p:nvPicPr>
          <p:cNvPr id="5" name="Content Placeholder 4" descr="A table with many items&#10;&#10;Description automatically generated with medium confidence">
            <a:extLst>
              <a:ext uri="{FF2B5EF4-FFF2-40B4-BE49-F238E27FC236}">
                <a16:creationId xmlns:a16="http://schemas.microsoft.com/office/drawing/2014/main" id="{68D9D956-4639-56C1-1095-7BC187583CF4}"/>
              </a:ext>
            </a:extLst>
          </p:cNvPr>
          <p:cNvPicPr>
            <a:picLocks noGrp="1" noChangeAspect="1"/>
          </p:cNvPicPr>
          <p:nvPr>
            <p:ph idx="1"/>
          </p:nvPr>
        </p:nvPicPr>
        <p:blipFill>
          <a:blip r:embed="rId2"/>
          <a:stretch>
            <a:fillRect/>
          </a:stretch>
        </p:blipFill>
        <p:spPr>
          <a:xfrm>
            <a:off x="1655138" y="2144768"/>
            <a:ext cx="8881723" cy="4218818"/>
          </a:xfrm>
          <a:prstGeom prst="rect">
            <a:avLst/>
          </a:prstGeom>
        </p:spPr>
      </p:pic>
    </p:spTree>
    <p:extLst>
      <p:ext uri="{BB962C8B-B14F-4D97-AF65-F5344CB8AC3E}">
        <p14:creationId xmlns:p14="http://schemas.microsoft.com/office/powerpoint/2010/main" val="788347488"/>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F0DCC097-1DB8-4B6D-85D0-6FBA0E1CA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panose="020F0502020204030204"/>
                <a:ea typeface="Arial"/>
                <a:cs typeface="Arial"/>
                <a:sym typeface="Wingdings"/>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panose="020F0502020204030204"/>
                <a:ea typeface="Arial"/>
                <a:cs typeface="Arial"/>
                <a:sym typeface="Wingdings"/>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panose="020F0502020204030204"/>
                <a:ea typeface="Arial"/>
                <a:cs typeface="Arial"/>
                <a:sym typeface="Wingdings"/>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panose="020F0502020204030204"/>
                <a:ea typeface="Arial"/>
                <a:cs typeface="Arial"/>
                <a:sym typeface="Wingdings"/>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panose="020F0502020204030204"/>
                <a:ea typeface="Arial"/>
                <a:cs typeface="Arial"/>
                <a:sym typeface="Wingdings"/>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panose="020F0502020204030204"/>
                <a:ea typeface="Arial"/>
                <a:cs typeface="Arial"/>
                <a:sym typeface="Wingdings"/>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panose="020F0502020204030204"/>
                <a:ea typeface="Arial"/>
                <a:cs typeface="Arial"/>
                <a:sym typeface="Wingdings"/>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panose="020F0502020204030204"/>
                <a:ea typeface="Arial"/>
                <a:cs typeface="Arial"/>
                <a:sym typeface="Wingdings"/>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panose="020F0502020204030204"/>
                <a:ea typeface="Arial"/>
                <a:cs typeface="Arial"/>
                <a:sym typeface="Wingdings"/>
              </a:defRPr>
            </a:lvl9pPr>
          </a:lstStyle>
          <a:p>
            <a:pPr algn="ctr"/>
            <a:endParaRPr lang="en-US"/>
          </a:p>
        </p:txBody>
      </p:sp>
      <p:sp>
        <p:nvSpPr>
          <p:cNvPr id="13" name="Freeform: Shape 12">
            <a:extLst>
              <a:ext uri="{FF2B5EF4-FFF2-40B4-BE49-F238E27FC236}">
                <a16:creationId xmlns:a16="http://schemas.microsoft.com/office/drawing/2014/main" id="{E0B58608-23C8-4441-994D-C6823EEE1D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2083506"/>
          </a:xfrm>
          <a:custGeom>
            <a:avLst/>
            <a:gdLst>
              <a:gd name="connsiteX0" fmla="*/ 0 w 12191999"/>
              <a:gd name="connsiteY0" fmla="*/ 0 h 2083506"/>
              <a:gd name="connsiteX1" fmla="*/ 9429748 w 12191999"/>
              <a:gd name="connsiteY1" fmla="*/ 0 h 2083506"/>
              <a:gd name="connsiteX2" fmla="*/ 9429748 w 12191999"/>
              <a:gd name="connsiteY2" fmla="*/ 1 h 2083506"/>
              <a:gd name="connsiteX3" fmla="*/ 12191999 w 12191999"/>
              <a:gd name="connsiteY3" fmla="*/ 1 h 2083506"/>
              <a:gd name="connsiteX4" fmla="*/ 12191999 w 12191999"/>
              <a:gd name="connsiteY4" fmla="*/ 1164372 h 2083506"/>
              <a:gd name="connsiteX5" fmla="*/ 12147852 w 12191999"/>
              <a:gd name="connsiteY5" fmla="*/ 1163783 h 2083506"/>
              <a:gd name="connsiteX6" fmla="*/ 11993604 w 12191999"/>
              <a:gd name="connsiteY6" fmla="*/ 1153496 h 2083506"/>
              <a:gd name="connsiteX7" fmla="*/ 11865319 w 12191999"/>
              <a:gd name="connsiteY7" fmla="*/ 1176624 h 2083506"/>
              <a:gd name="connsiteX8" fmla="*/ 11718353 w 12191999"/>
              <a:gd name="connsiteY8" fmla="*/ 1209136 h 2083506"/>
              <a:gd name="connsiteX9" fmla="*/ 11609067 w 12191999"/>
              <a:gd name="connsiteY9" fmla="*/ 1218512 h 2083506"/>
              <a:gd name="connsiteX10" fmla="*/ 11545958 w 12191999"/>
              <a:gd name="connsiteY10" fmla="*/ 1240430 h 2083506"/>
              <a:gd name="connsiteX11" fmla="*/ 11445770 w 12191999"/>
              <a:gd name="connsiteY11" fmla="*/ 1225780 h 2083506"/>
              <a:gd name="connsiteX12" fmla="*/ 11398842 w 12191999"/>
              <a:gd name="connsiteY12" fmla="*/ 1227250 h 2083506"/>
              <a:gd name="connsiteX13" fmla="*/ 11240093 w 12191999"/>
              <a:gd name="connsiteY13" fmla="*/ 1266797 h 2083506"/>
              <a:gd name="connsiteX14" fmla="*/ 11141364 w 12191999"/>
              <a:gd name="connsiteY14" fmla="*/ 1288059 h 2083506"/>
              <a:gd name="connsiteX15" fmla="*/ 11015396 w 12191999"/>
              <a:gd name="connsiteY15" fmla="*/ 1353104 h 2083506"/>
              <a:gd name="connsiteX16" fmla="*/ 10973905 w 12191999"/>
              <a:gd name="connsiteY16" fmla="*/ 1365109 h 2083506"/>
              <a:gd name="connsiteX17" fmla="*/ 10904858 w 12191999"/>
              <a:gd name="connsiteY17" fmla="*/ 1371966 h 2083506"/>
              <a:gd name="connsiteX18" fmla="*/ 10827883 w 12191999"/>
              <a:gd name="connsiteY18" fmla="*/ 1410270 h 2083506"/>
              <a:gd name="connsiteX19" fmla="*/ 10690996 w 12191999"/>
              <a:gd name="connsiteY19" fmla="*/ 1426394 h 2083506"/>
              <a:gd name="connsiteX20" fmla="*/ 10624461 w 12191999"/>
              <a:gd name="connsiteY20" fmla="*/ 1444283 h 2083506"/>
              <a:gd name="connsiteX21" fmla="*/ 10517208 w 12191999"/>
              <a:gd name="connsiteY21" fmla="*/ 1478947 h 2083506"/>
              <a:gd name="connsiteX22" fmla="*/ 10497937 w 12191999"/>
              <a:gd name="connsiteY22" fmla="*/ 1469831 h 2083506"/>
              <a:gd name="connsiteX23" fmla="*/ 10471201 w 12191999"/>
              <a:gd name="connsiteY23" fmla="*/ 1486037 h 2083506"/>
              <a:gd name="connsiteX24" fmla="*/ 10448263 w 12191999"/>
              <a:gd name="connsiteY24" fmla="*/ 1478223 h 2083506"/>
              <a:gd name="connsiteX25" fmla="*/ 10388089 w 12191999"/>
              <a:gd name="connsiteY25" fmla="*/ 1507175 h 2083506"/>
              <a:gd name="connsiteX26" fmla="*/ 10333720 w 12191999"/>
              <a:gd name="connsiteY26" fmla="*/ 1515848 h 2083506"/>
              <a:gd name="connsiteX27" fmla="*/ 10104338 w 12191999"/>
              <a:gd name="connsiteY27" fmla="*/ 1569424 h 2083506"/>
              <a:gd name="connsiteX28" fmla="*/ 9910445 w 12191999"/>
              <a:gd name="connsiteY28" fmla="*/ 1632275 h 2083506"/>
              <a:gd name="connsiteX29" fmla="*/ 9770872 w 12191999"/>
              <a:gd name="connsiteY29" fmla="*/ 1688088 h 2083506"/>
              <a:gd name="connsiteX30" fmla="*/ 9733849 w 12191999"/>
              <a:gd name="connsiteY30" fmla="*/ 1700034 h 2083506"/>
              <a:gd name="connsiteX31" fmla="*/ 9703714 w 12191999"/>
              <a:gd name="connsiteY31" fmla="*/ 1730093 h 2083506"/>
              <a:gd name="connsiteX32" fmla="*/ 9698351 w 12191999"/>
              <a:gd name="connsiteY32" fmla="*/ 1730377 h 2083506"/>
              <a:gd name="connsiteX33" fmla="*/ 9632895 w 12191999"/>
              <a:gd name="connsiteY33" fmla="*/ 1736363 h 2083506"/>
              <a:gd name="connsiteX34" fmla="*/ 9569107 w 12191999"/>
              <a:gd name="connsiteY34" fmla="*/ 1741010 h 2083506"/>
              <a:gd name="connsiteX35" fmla="*/ 9536451 w 12191999"/>
              <a:gd name="connsiteY35" fmla="*/ 1755120 h 2083506"/>
              <a:gd name="connsiteX36" fmla="*/ 9529385 w 12191999"/>
              <a:gd name="connsiteY36" fmla="*/ 1757515 h 2083506"/>
              <a:gd name="connsiteX37" fmla="*/ 9498527 w 12191999"/>
              <a:gd name="connsiteY37" fmla="*/ 1753117 h 2083506"/>
              <a:gd name="connsiteX38" fmla="*/ 9436642 w 12191999"/>
              <a:gd name="connsiteY38" fmla="*/ 1755478 h 2083506"/>
              <a:gd name="connsiteX39" fmla="*/ 9429748 w 12191999"/>
              <a:gd name="connsiteY39" fmla="*/ 1756317 h 2083506"/>
              <a:gd name="connsiteX40" fmla="*/ 9429748 w 12191999"/>
              <a:gd name="connsiteY40" fmla="*/ 1768745 h 2083506"/>
              <a:gd name="connsiteX41" fmla="*/ 9425802 w 12191999"/>
              <a:gd name="connsiteY41" fmla="*/ 1769273 h 2083506"/>
              <a:gd name="connsiteX42" fmla="*/ 9349763 w 12191999"/>
              <a:gd name="connsiteY42" fmla="*/ 1776107 h 2083506"/>
              <a:gd name="connsiteX43" fmla="*/ 9256503 w 12191999"/>
              <a:gd name="connsiteY43" fmla="*/ 1800699 h 2083506"/>
              <a:gd name="connsiteX44" fmla="*/ 9222873 w 12191999"/>
              <a:gd name="connsiteY44" fmla="*/ 1803003 h 2083506"/>
              <a:gd name="connsiteX45" fmla="*/ 9224095 w 12191999"/>
              <a:gd name="connsiteY45" fmla="*/ 1807355 h 2083506"/>
              <a:gd name="connsiteX46" fmla="*/ 9211603 w 12191999"/>
              <a:gd name="connsiteY46" fmla="*/ 1807675 h 2083506"/>
              <a:gd name="connsiteX47" fmla="*/ 9183719 w 12191999"/>
              <a:gd name="connsiteY47" fmla="*/ 1807781 h 2083506"/>
              <a:gd name="connsiteX48" fmla="*/ 9100221 w 12191999"/>
              <a:gd name="connsiteY48" fmla="*/ 1808989 h 2083506"/>
              <a:gd name="connsiteX49" fmla="*/ 9077439 w 12191999"/>
              <a:gd name="connsiteY49" fmla="*/ 1817333 h 2083506"/>
              <a:gd name="connsiteX50" fmla="*/ 9055889 w 12191999"/>
              <a:gd name="connsiteY50" fmla="*/ 1817464 h 2083506"/>
              <a:gd name="connsiteX51" fmla="*/ 8930912 w 12191999"/>
              <a:gd name="connsiteY51" fmla="*/ 1828648 h 2083506"/>
              <a:gd name="connsiteX52" fmla="*/ 8913729 w 12191999"/>
              <a:gd name="connsiteY52" fmla="*/ 1829483 h 2083506"/>
              <a:gd name="connsiteX53" fmla="*/ 8904423 w 12191999"/>
              <a:gd name="connsiteY53" fmla="*/ 1833234 h 2083506"/>
              <a:gd name="connsiteX54" fmla="*/ 8871099 w 12191999"/>
              <a:gd name="connsiteY54" fmla="*/ 1833979 h 2083506"/>
              <a:gd name="connsiteX55" fmla="*/ 8869557 w 12191999"/>
              <a:gd name="connsiteY55" fmla="*/ 1836113 h 2083506"/>
              <a:gd name="connsiteX56" fmla="*/ 8760021 w 12191999"/>
              <a:gd name="connsiteY56" fmla="*/ 1854442 h 2083506"/>
              <a:gd name="connsiteX57" fmla="*/ 8741254 w 12191999"/>
              <a:gd name="connsiteY57" fmla="*/ 1857469 h 2083506"/>
              <a:gd name="connsiteX58" fmla="*/ 8725039 w 12191999"/>
              <a:gd name="connsiteY58" fmla="*/ 1856552 h 2083506"/>
              <a:gd name="connsiteX59" fmla="*/ 8635265 w 12191999"/>
              <a:gd name="connsiteY59" fmla="*/ 1859168 h 2083506"/>
              <a:gd name="connsiteX60" fmla="*/ 8613911 w 12191999"/>
              <a:gd name="connsiteY60" fmla="*/ 1857561 h 2083506"/>
              <a:gd name="connsiteX61" fmla="*/ 8604931 w 12191999"/>
              <a:gd name="connsiteY61" fmla="*/ 1854170 h 2083506"/>
              <a:gd name="connsiteX62" fmla="*/ 8570171 w 12191999"/>
              <a:gd name="connsiteY62" fmla="*/ 1860579 h 2083506"/>
              <a:gd name="connsiteX63" fmla="*/ 8516537 w 12191999"/>
              <a:gd name="connsiteY63" fmla="*/ 1864971 h 2083506"/>
              <a:gd name="connsiteX64" fmla="*/ 8491046 w 12191999"/>
              <a:gd name="connsiteY64" fmla="*/ 1868141 h 2083506"/>
              <a:gd name="connsiteX65" fmla="*/ 8470478 w 12191999"/>
              <a:gd name="connsiteY65" fmla="*/ 1866216 h 2083506"/>
              <a:gd name="connsiteX66" fmla="*/ 8353433 w 12191999"/>
              <a:gd name="connsiteY66" fmla="*/ 1865729 h 2083506"/>
              <a:gd name="connsiteX67" fmla="*/ 8347675 w 12191999"/>
              <a:gd name="connsiteY67" fmla="*/ 1865075 h 2083506"/>
              <a:gd name="connsiteX68" fmla="*/ 8343939 w 12191999"/>
              <a:gd name="connsiteY68" fmla="*/ 1865677 h 2083506"/>
              <a:gd name="connsiteX69" fmla="*/ 8221566 w 12191999"/>
              <a:gd name="connsiteY69" fmla="*/ 1881148 h 2083506"/>
              <a:gd name="connsiteX70" fmla="*/ 8066095 w 12191999"/>
              <a:gd name="connsiteY70" fmla="*/ 1919902 h 2083506"/>
              <a:gd name="connsiteX71" fmla="*/ 8044849 w 12191999"/>
              <a:gd name="connsiteY71" fmla="*/ 1916308 h 2083506"/>
              <a:gd name="connsiteX72" fmla="*/ 8041142 w 12191999"/>
              <a:gd name="connsiteY72" fmla="*/ 1915506 h 2083506"/>
              <a:gd name="connsiteX73" fmla="*/ 8022159 w 12191999"/>
              <a:gd name="connsiteY73" fmla="*/ 1911521 h 2083506"/>
              <a:gd name="connsiteX74" fmla="*/ 7944932 w 12191999"/>
              <a:gd name="connsiteY74" fmla="*/ 1917265 h 2083506"/>
              <a:gd name="connsiteX75" fmla="*/ 7879011 w 12191999"/>
              <a:gd name="connsiteY75" fmla="*/ 1928570 h 2083506"/>
              <a:gd name="connsiteX76" fmla="*/ 7865529 w 12191999"/>
              <a:gd name="connsiteY76" fmla="*/ 1934399 h 2083506"/>
              <a:gd name="connsiteX77" fmla="*/ 7774801 w 12191999"/>
              <a:gd name="connsiteY77" fmla="*/ 1947969 h 2083506"/>
              <a:gd name="connsiteX78" fmla="*/ 7748398 w 12191999"/>
              <a:gd name="connsiteY78" fmla="*/ 1955982 h 2083506"/>
              <a:gd name="connsiteX79" fmla="*/ 7740684 w 12191999"/>
              <a:gd name="connsiteY79" fmla="*/ 1955717 h 2083506"/>
              <a:gd name="connsiteX80" fmla="*/ 7712976 w 12191999"/>
              <a:gd name="connsiteY80" fmla="*/ 1960442 h 2083506"/>
              <a:gd name="connsiteX81" fmla="*/ 7699956 w 12191999"/>
              <a:gd name="connsiteY81" fmla="*/ 1966104 h 2083506"/>
              <a:gd name="connsiteX82" fmla="*/ 7684158 w 12191999"/>
              <a:gd name="connsiteY82" fmla="*/ 1962927 h 2083506"/>
              <a:gd name="connsiteX83" fmla="*/ 7643109 w 12191999"/>
              <a:gd name="connsiteY83" fmla="*/ 1964400 h 2083506"/>
              <a:gd name="connsiteX84" fmla="*/ 7630180 w 12191999"/>
              <a:gd name="connsiteY84" fmla="*/ 1970266 h 2083506"/>
              <a:gd name="connsiteX85" fmla="*/ 7609131 w 12191999"/>
              <a:gd name="connsiteY85" fmla="*/ 1971774 h 2083506"/>
              <a:gd name="connsiteX86" fmla="*/ 7555555 w 12191999"/>
              <a:gd name="connsiteY86" fmla="*/ 1969491 h 2083506"/>
              <a:gd name="connsiteX87" fmla="*/ 7520919 w 12191999"/>
              <a:gd name="connsiteY87" fmla="*/ 1970177 h 2083506"/>
              <a:gd name="connsiteX88" fmla="*/ 7456258 w 12191999"/>
              <a:gd name="connsiteY88" fmla="*/ 1960468 h 2083506"/>
              <a:gd name="connsiteX89" fmla="*/ 7393047 w 12191999"/>
              <a:gd name="connsiteY89" fmla="*/ 1952408 h 2083506"/>
              <a:gd name="connsiteX90" fmla="*/ 7199912 w 12191999"/>
              <a:gd name="connsiteY90" fmla="*/ 1959913 h 2083506"/>
              <a:gd name="connsiteX91" fmla="*/ 7146774 w 12191999"/>
              <a:gd name="connsiteY91" fmla="*/ 1956641 h 2083506"/>
              <a:gd name="connsiteX92" fmla="*/ 7122244 w 12191999"/>
              <a:gd name="connsiteY92" fmla="*/ 1953891 h 2083506"/>
              <a:gd name="connsiteX93" fmla="*/ 7032241 w 12191999"/>
              <a:gd name="connsiteY93" fmla="*/ 1962723 h 2083506"/>
              <a:gd name="connsiteX94" fmla="*/ 6941492 w 12191999"/>
              <a:gd name="connsiteY94" fmla="*/ 1976868 h 2083506"/>
              <a:gd name="connsiteX95" fmla="*/ 6906514 w 12191999"/>
              <a:gd name="connsiteY95" fmla="*/ 1968589 h 2083506"/>
              <a:gd name="connsiteX96" fmla="*/ 6826395 w 12191999"/>
              <a:gd name="connsiteY96" fmla="*/ 1974141 h 2083506"/>
              <a:gd name="connsiteX97" fmla="*/ 6716431 w 12191999"/>
              <a:gd name="connsiteY97" fmla="*/ 2004297 h 2083506"/>
              <a:gd name="connsiteX98" fmla="*/ 6569607 w 12191999"/>
              <a:gd name="connsiteY98" fmla="*/ 2015496 h 2083506"/>
              <a:gd name="connsiteX99" fmla="*/ 6561430 w 12191999"/>
              <a:gd name="connsiteY99" fmla="*/ 2020996 h 2083506"/>
              <a:gd name="connsiteX100" fmla="*/ 6549371 w 12191999"/>
              <a:gd name="connsiteY100" fmla="*/ 2024747 h 2083506"/>
              <a:gd name="connsiteX101" fmla="*/ 6547040 w 12191999"/>
              <a:gd name="connsiteY101" fmla="*/ 2024474 h 2083506"/>
              <a:gd name="connsiteX102" fmla="*/ 6530482 w 12191999"/>
              <a:gd name="connsiteY102" fmla="*/ 2026659 h 2083506"/>
              <a:gd name="connsiteX103" fmla="*/ 6528565 w 12191999"/>
              <a:gd name="connsiteY103" fmla="*/ 2028600 h 2083506"/>
              <a:gd name="connsiteX104" fmla="*/ 6517741 w 12191999"/>
              <a:gd name="connsiteY104" fmla="*/ 2030558 h 2083506"/>
              <a:gd name="connsiteX105" fmla="*/ 6497855 w 12191999"/>
              <a:gd name="connsiteY105" fmla="*/ 2035650 h 2083506"/>
              <a:gd name="connsiteX106" fmla="*/ 6492785 w 12191999"/>
              <a:gd name="connsiteY106" fmla="*/ 2035444 h 2083506"/>
              <a:gd name="connsiteX107" fmla="*/ 6460692 w 12191999"/>
              <a:gd name="connsiteY107" fmla="*/ 2041321 h 2083506"/>
              <a:gd name="connsiteX108" fmla="*/ 6459609 w 12191999"/>
              <a:gd name="connsiteY108" fmla="*/ 2040851 h 2083506"/>
              <a:gd name="connsiteX109" fmla="*/ 6447765 w 12191999"/>
              <a:gd name="connsiteY109" fmla="*/ 2040102 h 2083506"/>
              <a:gd name="connsiteX110" fmla="*/ 6426590 w 12191999"/>
              <a:gd name="connsiteY110" fmla="*/ 2039928 h 2083506"/>
              <a:gd name="connsiteX111" fmla="*/ 6401693 w 12191999"/>
              <a:gd name="connsiteY111" fmla="*/ 2033537 h 2083506"/>
              <a:gd name="connsiteX112" fmla="*/ 6387141 w 12191999"/>
              <a:gd name="connsiteY112" fmla="*/ 2033161 h 2083506"/>
              <a:gd name="connsiteX113" fmla="*/ 6357846 w 12191999"/>
              <a:gd name="connsiteY113" fmla="*/ 2036782 h 2083506"/>
              <a:gd name="connsiteX114" fmla="*/ 6342914 w 12191999"/>
              <a:gd name="connsiteY114" fmla="*/ 2037585 h 2083506"/>
              <a:gd name="connsiteX115" fmla="*/ 6336300 w 12191999"/>
              <a:gd name="connsiteY115" fmla="*/ 2038781 h 2083506"/>
              <a:gd name="connsiteX116" fmla="*/ 6317178 w 12191999"/>
              <a:gd name="connsiteY116" fmla="*/ 2038968 h 2083506"/>
              <a:gd name="connsiteX117" fmla="*/ 6161427 w 12191999"/>
              <a:gd name="connsiteY117" fmla="*/ 2047338 h 2083506"/>
              <a:gd name="connsiteX118" fmla="*/ 6097339 w 12191999"/>
              <a:gd name="connsiteY118" fmla="*/ 2082438 h 2083506"/>
              <a:gd name="connsiteX119" fmla="*/ 6079059 w 12191999"/>
              <a:gd name="connsiteY119" fmla="*/ 2081299 h 2083506"/>
              <a:gd name="connsiteX120" fmla="*/ 5998439 w 12191999"/>
              <a:gd name="connsiteY120" fmla="*/ 2070958 h 2083506"/>
              <a:gd name="connsiteX121" fmla="*/ 5904290 w 12191999"/>
              <a:gd name="connsiteY121" fmla="*/ 2070255 h 2083506"/>
              <a:gd name="connsiteX122" fmla="*/ 5814867 w 12191999"/>
              <a:gd name="connsiteY122" fmla="*/ 2079032 h 2083506"/>
              <a:gd name="connsiteX123" fmla="*/ 5725743 w 12191999"/>
              <a:gd name="connsiteY123" fmla="*/ 2070558 h 2083506"/>
              <a:gd name="connsiteX124" fmla="*/ 5650546 w 12191999"/>
              <a:gd name="connsiteY124" fmla="*/ 2052412 h 2083506"/>
              <a:gd name="connsiteX125" fmla="*/ 5581284 w 12191999"/>
              <a:gd name="connsiteY125" fmla="*/ 2023175 h 2083506"/>
              <a:gd name="connsiteX126" fmla="*/ 5572593 w 12191999"/>
              <a:gd name="connsiteY126" fmla="*/ 2018391 h 2083506"/>
              <a:gd name="connsiteX127" fmla="*/ 5548580 w 12191999"/>
              <a:gd name="connsiteY127" fmla="*/ 2016951 h 2083506"/>
              <a:gd name="connsiteX128" fmla="*/ 5471173 w 12191999"/>
              <a:gd name="connsiteY128" fmla="*/ 2018786 h 2083506"/>
              <a:gd name="connsiteX129" fmla="*/ 5340320 w 12191999"/>
              <a:gd name="connsiteY129" fmla="*/ 2037611 h 2083506"/>
              <a:gd name="connsiteX130" fmla="*/ 5254376 w 12191999"/>
              <a:gd name="connsiteY130" fmla="*/ 2042928 h 2083506"/>
              <a:gd name="connsiteX131" fmla="*/ 5258035 w 12191999"/>
              <a:gd name="connsiteY131" fmla="*/ 2035649 h 2083506"/>
              <a:gd name="connsiteX132" fmla="*/ 5230622 w 12191999"/>
              <a:gd name="connsiteY132" fmla="*/ 2024576 h 2083506"/>
              <a:gd name="connsiteX133" fmla="*/ 5026203 w 12191999"/>
              <a:gd name="connsiteY133" fmla="*/ 2030162 h 2083506"/>
              <a:gd name="connsiteX134" fmla="*/ 4973988 w 12191999"/>
              <a:gd name="connsiteY134" fmla="*/ 2026668 h 2083506"/>
              <a:gd name="connsiteX135" fmla="*/ 4928030 w 12191999"/>
              <a:gd name="connsiteY135" fmla="*/ 2033642 h 2083506"/>
              <a:gd name="connsiteX136" fmla="*/ 4908970 w 12191999"/>
              <a:gd name="connsiteY136" fmla="*/ 2030033 h 2083506"/>
              <a:gd name="connsiteX137" fmla="*/ 4905679 w 12191999"/>
              <a:gd name="connsiteY137" fmla="*/ 2029300 h 2083506"/>
              <a:gd name="connsiteX138" fmla="*/ 4892525 w 12191999"/>
              <a:gd name="connsiteY138" fmla="*/ 2028768 h 2083506"/>
              <a:gd name="connsiteX139" fmla="*/ 4888818 w 12191999"/>
              <a:gd name="connsiteY139" fmla="*/ 2025619 h 2083506"/>
              <a:gd name="connsiteX140" fmla="*/ 4869018 w 12191999"/>
              <a:gd name="connsiteY140" fmla="*/ 2022668 h 2083506"/>
              <a:gd name="connsiteX141" fmla="*/ 4844804 w 12191999"/>
              <a:gd name="connsiteY141" fmla="*/ 2022527 h 2083506"/>
              <a:gd name="connsiteX142" fmla="*/ 4758778 w 12191999"/>
              <a:gd name="connsiteY142" fmla="*/ 2021694 h 2083506"/>
              <a:gd name="connsiteX143" fmla="*/ 4744748 w 12191999"/>
              <a:gd name="connsiteY143" fmla="*/ 2023396 h 2083506"/>
              <a:gd name="connsiteX144" fmla="*/ 4698956 w 12191999"/>
              <a:gd name="connsiteY144" fmla="*/ 2020558 h 2083506"/>
              <a:gd name="connsiteX145" fmla="*/ 4658147 w 12191999"/>
              <a:gd name="connsiteY145" fmla="*/ 2019920 h 2083506"/>
              <a:gd name="connsiteX146" fmla="*/ 4631706 w 12191999"/>
              <a:gd name="connsiteY146" fmla="*/ 2021274 h 2083506"/>
              <a:gd name="connsiteX147" fmla="*/ 4624776 w 12191999"/>
              <a:gd name="connsiteY147" fmla="*/ 2020152 h 2083506"/>
              <a:gd name="connsiteX148" fmla="*/ 4598150 w 12191999"/>
              <a:gd name="connsiteY148" fmla="*/ 2019429 h 2083506"/>
              <a:gd name="connsiteX149" fmla="*/ 4584588 w 12191999"/>
              <a:gd name="connsiteY149" fmla="*/ 2021092 h 2083506"/>
              <a:gd name="connsiteX150" fmla="*/ 4571203 w 12191999"/>
              <a:gd name="connsiteY150" fmla="*/ 2017263 h 2083506"/>
              <a:gd name="connsiteX151" fmla="*/ 4567930 w 12191999"/>
              <a:gd name="connsiteY151" fmla="*/ 2014458 h 2083506"/>
              <a:gd name="connsiteX152" fmla="*/ 4548984 w 12191999"/>
              <a:gd name="connsiteY152" fmla="*/ 2015717 h 2083506"/>
              <a:gd name="connsiteX153" fmla="*/ 4533451 w 12191999"/>
              <a:gd name="connsiteY153" fmla="*/ 2012976 h 2083506"/>
              <a:gd name="connsiteX154" fmla="*/ 4519910 w 12191999"/>
              <a:gd name="connsiteY154" fmla="*/ 2014768 h 2083506"/>
              <a:gd name="connsiteX155" fmla="*/ 4514290 w 12191999"/>
              <a:gd name="connsiteY155" fmla="*/ 2014364 h 2083506"/>
              <a:gd name="connsiteX156" fmla="*/ 4500320 w 12191999"/>
              <a:gd name="connsiteY156" fmla="*/ 2013007 h 2083506"/>
              <a:gd name="connsiteX157" fmla="*/ 4476219 w 12191999"/>
              <a:gd name="connsiteY157" fmla="*/ 2009993 h 2083506"/>
              <a:gd name="connsiteX158" fmla="*/ 4468701 w 12191999"/>
              <a:gd name="connsiteY158" fmla="*/ 2009574 h 2083506"/>
              <a:gd name="connsiteX159" fmla="*/ 4452333 w 12191999"/>
              <a:gd name="connsiteY159" fmla="*/ 2004964 h 2083506"/>
              <a:gd name="connsiteX160" fmla="*/ 4420644 w 12191999"/>
              <a:gd name="connsiteY160" fmla="*/ 2001021 h 2083506"/>
              <a:gd name="connsiteX161" fmla="*/ 4364856 w 12191999"/>
              <a:gd name="connsiteY161" fmla="*/ 1987267 h 2083506"/>
              <a:gd name="connsiteX162" fmla="*/ 4332062 w 12191999"/>
              <a:gd name="connsiteY162" fmla="*/ 1980703 h 2083506"/>
              <a:gd name="connsiteX163" fmla="*/ 4309876 w 12191999"/>
              <a:gd name="connsiteY163" fmla="*/ 1974653 h 2083506"/>
              <a:gd name="connsiteX164" fmla="*/ 4244391 w 12191999"/>
              <a:gd name="connsiteY164" fmla="*/ 1966109 h 2083506"/>
              <a:gd name="connsiteX165" fmla="*/ 4132071 w 12191999"/>
              <a:gd name="connsiteY165" fmla="*/ 1954813 h 2083506"/>
              <a:gd name="connsiteX166" fmla="*/ 4109069 w 12191999"/>
              <a:gd name="connsiteY166" fmla="*/ 1951778 h 2083506"/>
              <a:gd name="connsiteX167" fmla="*/ 4092908 w 12191999"/>
              <a:gd name="connsiteY167" fmla="*/ 1946662 h 2083506"/>
              <a:gd name="connsiteX168" fmla="*/ 4092306 w 12191999"/>
              <a:gd name="connsiteY168" fmla="*/ 1943291 h 2083506"/>
              <a:gd name="connsiteX169" fmla="*/ 4080234 w 12191999"/>
              <a:gd name="connsiteY169" fmla="*/ 1941219 h 2083506"/>
              <a:gd name="connsiteX170" fmla="*/ 4077778 w 12191999"/>
              <a:gd name="connsiteY170" fmla="*/ 1940145 h 2083506"/>
              <a:gd name="connsiteX171" fmla="*/ 4062936 w 12191999"/>
              <a:gd name="connsiteY171" fmla="*/ 1934506 h 2083506"/>
              <a:gd name="connsiteX172" fmla="*/ 4012506 w 12191999"/>
              <a:gd name="connsiteY172" fmla="*/ 1935475 h 2083506"/>
              <a:gd name="connsiteX173" fmla="*/ 3965880 w 12191999"/>
              <a:gd name="connsiteY173" fmla="*/ 1925968 h 2083506"/>
              <a:gd name="connsiteX174" fmla="*/ 3765338 w 12191999"/>
              <a:gd name="connsiteY174" fmla="*/ 1906649 h 2083506"/>
              <a:gd name="connsiteX175" fmla="*/ 3749493 w 12191999"/>
              <a:gd name="connsiteY175" fmla="*/ 1893071 h 2083506"/>
              <a:gd name="connsiteX176" fmla="*/ 3672704 w 12191999"/>
              <a:gd name="connsiteY176" fmla="*/ 1881383 h 2083506"/>
              <a:gd name="connsiteX177" fmla="*/ 3530082 w 12191999"/>
              <a:gd name="connsiteY177" fmla="*/ 1883187 h 2083506"/>
              <a:gd name="connsiteX178" fmla="*/ 3387664 w 12191999"/>
              <a:gd name="connsiteY178" fmla="*/ 1862579 h 2083506"/>
              <a:gd name="connsiteX179" fmla="*/ 3371681 w 12191999"/>
              <a:gd name="connsiteY179" fmla="*/ 1865293 h 2083506"/>
              <a:gd name="connsiteX180" fmla="*/ 3355305 w 12191999"/>
              <a:gd name="connsiteY180" fmla="*/ 1865842 h 2083506"/>
              <a:gd name="connsiteX181" fmla="*/ 3353790 w 12191999"/>
              <a:gd name="connsiteY181" fmla="*/ 1865158 h 2083506"/>
              <a:gd name="connsiteX182" fmla="*/ 3336210 w 12191999"/>
              <a:gd name="connsiteY182" fmla="*/ 1863564 h 2083506"/>
              <a:gd name="connsiteX183" fmla="*/ 3331381 w 12191999"/>
              <a:gd name="connsiteY183" fmla="*/ 1864716 h 2083506"/>
              <a:gd name="connsiteX184" fmla="*/ 3319012 w 12191999"/>
              <a:gd name="connsiteY184" fmla="*/ 1864093 h 2083506"/>
              <a:gd name="connsiteX185" fmla="*/ 3293818 w 12191999"/>
              <a:gd name="connsiteY185" fmla="*/ 1864135 h 2083506"/>
              <a:gd name="connsiteX186" fmla="*/ 3289881 w 12191999"/>
              <a:gd name="connsiteY186" fmla="*/ 1862954 h 2083506"/>
              <a:gd name="connsiteX187" fmla="*/ 3253090 w 12191999"/>
              <a:gd name="connsiteY187" fmla="*/ 1861164 h 2083506"/>
              <a:gd name="connsiteX188" fmla="*/ 3252949 w 12191999"/>
              <a:gd name="connsiteY188" fmla="*/ 1860574 h 2083506"/>
              <a:gd name="connsiteX189" fmla="*/ 3244187 w 12191999"/>
              <a:gd name="connsiteY189" fmla="*/ 1857604 h 2083506"/>
              <a:gd name="connsiteX190" fmla="*/ 3246570 w 12191999"/>
              <a:gd name="connsiteY190" fmla="*/ 1852946 h 2083506"/>
              <a:gd name="connsiteX191" fmla="*/ 3237810 w 12191999"/>
              <a:gd name="connsiteY191" fmla="*/ 1853064 h 2083506"/>
              <a:gd name="connsiteX192" fmla="*/ 3230822 w 12191999"/>
              <a:gd name="connsiteY192" fmla="*/ 1855474 h 2083506"/>
              <a:gd name="connsiteX193" fmla="*/ 3136549 w 12191999"/>
              <a:gd name="connsiteY193" fmla="*/ 1874037 h 2083506"/>
              <a:gd name="connsiteX194" fmla="*/ 2845754 w 12191999"/>
              <a:gd name="connsiteY194" fmla="*/ 1910932 h 2083506"/>
              <a:gd name="connsiteX195" fmla="*/ 2786878 w 12191999"/>
              <a:gd name="connsiteY195" fmla="*/ 1917162 h 2083506"/>
              <a:gd name="connsiteX196" fmla="*/ 2725298 w 12191999"/>
              <a:gd name="connsiteY196" fmla="*/ 1912340 h 2083506"/>
              <a:gd name="connsiteX197" fmla="*/ 2697754 w 12191999"/>
              <a:gd name="connsiteY197" fmla="*/ 1914863 h 2083506"/>
              <a:gd name="connsiteX198" fmla="*/ 2568063 w 12191999"/>
              <a:gd name="connsiteY198" fmla="*/ 1936283 h 2083506"/>
              <a:gd name="connsiteX199" fmla="*/ 2489784 w 12191999"/>
              <a:gd name="connsiteY199" fmla="*/ 1943720 h 2083506"/>
              <a:gd name="connsiteX200" fmla="*/ 2458978 w 12191999"/>
              <a:gd name="connsiteY200" fmla="*/ 1938095 h 2083506"/>
              <a:gd name="connsiteX201" fmla="*/ 2318712 w 12191999"/>
              <a:gd name="connsiteY201" fmla="*/ 1934474 h 2083506"/>
              <a:gd name="connsiteX202" fmla="*/ 2268709 w 12191999"/>
              <a:gd name="connsiteY202" fmla="*/ 1940521 h 2083506"/>
              <a:gd name="connsiteX203" fmla="*/ 2264080 w 12191999"/>
              <a:gd name="connsiteY203" fmla="*/ 1941232 h 2083506"/>
              <a:gd name="connsiteX204" fmla="*/ 2254684 w 12191999"/>
              <a:gd name="connsiteY204" fmla="*/ 1943524 h 2083506"/>
              <a:gd name="connsiteX205" fmla="*/ 2252523 w 12191999"/>
              <a:gd name="connsiteY205" fmla="*/ 1943004 h 2083506"/>
              <a:gd name="connsiteX206" fmla="*/ 2173350 w 12191999"/>
              <a:gd name="connsiteY206" fmla="*/ 1929202 h 2083506"/>
              <a:gd name="connsiteX207" fmla="*/ 2155266 w 12191999"/>
              <a:gd name="connsiteY207" fmla="*/ 1920267 h 2083506"/>
              <a:gd name="connsiteX208" fmla="*/ 2091013 w 12191999"/>
              <a:gd name="connsiteY208" fmla="*/ 1914631 h 2083506"/>
              <a:gd name="connsiteX209" fmla="*/ 2030712 w 12191999"/>
              <a:gd name="connsiteY209" fmla="*/ 1897690 h 2083506"/>
              <a:gd name="connsiteX210" fmla="*/ 1908838 w 12191999"/>
              <a:gd name="connsiteY210" fmla="*/ 1892222 h 2083506"/>
              <a:gd name="connsiteX211" fmla="*/ 1877796 w 12191999"/>
              <a:gd name="connsiteY211" fmla="*/ 1883887 h 2083506"/>
              <a:gd name="connsiteX212" fmla="*/ 1875824 w 12191999"/>
              <a:gd name="connsiteY212" fmla="*/ 1879265 h 2083506"/>
              <a:gd name="connsiteX213" fmla="*/ 1823048 w 12191999"/>
              <a:gd name="connsiteY213" fmla="*/ 1881064 h 2083506"/>
              <a:gd name="connsiteX214" fmla="*/ 1765736 w 12191999"/>
              <a:gd name="connsiteY214" fmla="*/ 1856578 h 2083506"/>
              <a:gd name="connsiteX215" fmla="*/ 1725669 w 12191999"/>
              <a:gd name="connsiteY215" fmla="*/ 1833744 h 2083506"/>
              <a:gd name="connsiteX216" fmla="*/ 1725216 w 12191999"/>
              <a:gd name="connsiteY216" fmla="*/ 1829447 h 2083506"/>
              <a:gd name="connsiteX217" fmla="*/ 1721485 w 12191999"/>
              <a:gd name="connsiteY217" fmla="*/ 1828960 h 2083506"/>
              <a:gd name="connsiteX218" fmla="*/ 1717786 w 12191999"/>
              <a:gd name="connsiteY218" fmla="*/ 1832224 h 2083506"/>
              <a:gd name="connsiteX219" fmla="*/ 1689907 w 12191999"/>
              <a:gd name="connsiteY219" fmla="*/ 1825425 h 2083506"/>
              <a:gd name="connsiteX220" fmla="*/ 1688093 w 12191999"/>
              <a:gd name="connsiteY220" fmla="*/ 1817391 h 2083506"/>
              <a:gd name="connsiteX221" fmla="*/ 1496789 w 12191999"/>
              <a:gd name="connsiteY221" fmla="*/ 1805297 h 2083506"/>
              <a:gd name="connsiteX222" fmla="*/ 1392839 w 12191999"/>
              <a:gd name="connsiteY222" fmla="*/ 1758649 h 2083506"/>
              <a:gd name="connsiteX223" fmla="*/ 1360872 w 12191999"/>
              <a:gd name="connsiteY223" fmla="*/ 1752441 h 2083506"/>
              <a:gd name="connsiteX224" fmla="*/ 1313885 w 12191999"/>
              <a:gd name="connsiteY224" fmla="*/ 1731785 h 2083506"/>
              <a:gd name="connsiteX225" fmla="*/ 1247665 w 12191999"/>
              <a:gd name="connsiteY225" fmla="*/ 1727765 h 2083506"/>
              <a:gd name="connsiteX226" fmla="*/ 1196850 w 12191999"/>
              <a:gd name="connsiteY226" fmla="*/ 1729622 h 2083506"/>
              <a:gd name="connsiteX227" fmla="*/ 1168728 w 12191999"/>
              <a:gd name="connsiteY227" fmla="*/ 1728550 h 2083506"/>
              <a:gd name="connsiteX228" fmla="*/ 1096918 w 12191999"/>
              <a:gd name="connsiteY228" fmla="*/ 1721485 h 2083506"/>
              <a:gd name="connsiteX229" fmla="*/ 1094082 w 12191999"/>
              <a:gd name="connsiteY229" fmla="*/ 1720113 h 2083506"/>
              <a:gd name="connsiteX230" fmla="*/ 1040782 w 12191999"/>
              <a:gd name="connsiteY230" fmla="*/ 1721762 h 2083506"/>
              <a:gd name="connsiteX231" fmla="*/ 955980 w 12191999"/>
              <a:gd name="connsiteY231" fmla="*/ 1719289 h 2083506"/>
              <a:gd name="connsiteX232" fmla="*/ 926108 w 12191999"/>
              <a:gd name="connsiteY232" fmla="*/ 1715917 h 2083506"/>
              <a:gd name="connsiteX233" fmla="*/ 876049 w 12191999"/>
              <a:gd name="connsiteY233" fmla="*/ 1710422 h 2083506"/>
              <a:gd name="connsiteX234" fmla="*/ 839194 w 12191999"/>
              <a:gd name="connsiteY234" fmla="*/ 1700176 h 2083506"/>
              <a:gd name="connsiteX235" fmla="*/ 797112 w 12191999"/>
              <a:gd name="connsiteY235" fmla="*/ 1698014 h 2083506"/>
              <a:gd name="connsiteX236" fmla="*/ 786610 w 12191999"/>
              <a:gd name="connsiteY236" fmla="*/ 1705455 h 2083506"/>
              <a:gd name="connsiteX237" fmla="*/ 741833 w 12191999"/>
              <a:gd name="connsiteY237" fmla="*/ 1700566 h 2083506"/>
              <a:gd name="connsiteX238" fmla="*/ 673985 w 12191999"/>
              <a:gd name="connsiteY238" fmla="*/ 1692278 h 2083506"/>
              <a:gd name="connsiteX239" fmla="*/ 634665 w 12191999"/>
              <a:gd name="connsiteY239" fmla="*/ 1689550 h 2083506"/>
              <a:gd name="connsiteX240" fmla="*/ 527471 w 12191999"/>
              <a:gd name="connsiteY240" fmla="*/ 1679869 h 2083506"/>
              <a:gd name="connsiteX241" fmla="*/ 420260 w 12191999"/>
              <a:gd name="connsiteY241" fmla="*/ 1668475 h 2083506"/>
              <a:gd name="connsiteX242" fmla="*/ 357630 w 12191999"/>
              <a:gd name="connsiteY242" fmla="*/ 1652142 h 2083506"/>
              <a:gd name="connsiteX243" fmla="*/ 269407 w 12191999"/>
              <a:gd name="connsiteY243" fmla="*/ 1643812 h 2083506"/>
              <a:gd name="connsiteX244" fmla="*/ 254769 w 12191999"/>
              <a:gd name="connsiteY244" fmla="*/ 1641013 h 2083506"/>
              <a:gd name="connsiteX245" fmla="*/ 150763 w 12191999"/>
              <a:gd name="connsiteY245" fmla="*/ 1628143 h 2083506"/>
              <a:gd name="connsiteX246" fmla="*/ 29133 w 12191999"/>
              <a:gd name="connsiteY246" fmla="*/ 1626172 h 2083506"/>
              <a:gd name="connsiteX247" fmla="*/ 0 w 12191999"/>
              <a:gd name="connsiteY247" fmla="*/ 1619589 h 208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Lst>
            <a:rect l="l" t="t" r="r" b="b"/>
            <a:pathLst>
              <a:path w="12191999" h="2083506">
                <a:moveTo>
                  <a:pt x="0" y="0"/>
                </a:moveTo>
                <a:lnTo>
                  <a:pt x="9429748" y="0"/>
                </a:lnTo>
                <a:lnTo>
                  <a:pt x="9429748" y="1"/>
                </a:lnTo>
                <a:lnTo>
                  <a:pt x="12191999" y="1"/>
                </a:lnTo>
                <a:lnTo>
                  <a:pt x="12191999" y="1164372"/>
                </a:lnTo>
                <a:lnTo>
                  <a:pt x="12147852" y="1163783"/>
                </a:lnTo>
                <a:cubicBezTo>
                  <a:pt x="12063101" y="1189107"/>
                  <a:pt x="12045020" y="1156925"/>
                  <a:pt x="11993604" y="1153496"/>
                </a:cubicBezTo>
                <a:cubicBezTo>
                  <a:pt x="11954216" y="1165241"/>
                  <a:pt x="11911195" y="1167350"/>
                  <a:pt x="11865319" y="1176624"/>
                </a:cubicBezTo>
                <a:cubicBezTo>
                  <a:pt x="11822513" y="1184682"/>
                  <a:pt x="11766915" y="1201558"/>
                  <a:pt x="11718353" y="1209136"/>
                </a:cubicBezTo>
                <a:cubicBezTo>
                  <a:pt x="11675379" y="1217463"/>
                  <a:pt x="11638007" y="1216639"/>
                  <a:pt x="11609067" y="1218512"/>
                </a:cubicBezTo>
                <a:cubicBezTo>
                  <a:pt x="11597582" y="1221322"/>
                  <a:pt x="11554280" y="1243577"/>
                  <a:pt x="11545958" y="1240430"/>
                </a:cubicBezTo>
                <a:lnTo>
                  <a:pt x="11445770" y="1225780"/>
                </a:lnTo>
                <a:cubicBezTo>
                  <a:pt x="11425543" y="1230782"/>
                  <a:pt x="11413740" y="1222096"/>
                  <a:pt x="11398842" y="1227250"/>
                </a:cubicBezTo>
                <a:cubicBezTo>
                  <a:pt x="11367060" y="1233093"/>
                  <a:pt x="11269285" y="1263712"/>
                  <a:pt x="11240093" y="1266797"/>
                </a:cubicBezTo>
                <a:cubicBezTo>
                  <a:pt x="11197297" y="1273685"/>
                  <a:pt x="11181311" y="1272682"/>
                  <a:pt x="11141364" y="1288059"/>
                </a:cubicBezTo>
                <a:cubicBezTo>
                  <a:pt x="11099891" y="1305386"/>
                  <a:pt x="11051533" y="1319157"/>
                  <a:pt x="11015396" y="1353104"/>
                </a:cubicBezTo>
                <a:cubicBezTo>
                  <a:pt x="11009424" y="1362217"/>
                  <a:pt x="10992328" y="1361966"/>
                  <a:pt x="10973905" y="1365109"/>
                </a:cubicBezTo>
                <a:cubicBezTo>
                  <a:pt x="10955482" y="1368254"/>
                  <a:pt x="10907369" y="1372817"/>
                  <a:pt x="10904858" y="1371966"/>
                </a:cubicBezTo>
                <a:cubicBezTo>
                  <a:pt x="10880521" y="1379494"/>
                  <a:pt x="10873670" y="1399734"/>
                  <a:pt x="10827883" y="1410270"/>
                </a:cubicBezTo>
                <a:cubicBezTo>
                  <a:pt x="10790248" y="1415655"/>
                  <a:pt x="10724899" y="1420726"/>
                  <a:pt x="10690996" y="1426394"/>
                </a:cubicBezTo>
                <a:cubicBezTo>
                  <a:pt x="10676463" y="1423331"/>
                  <a:pt x="10634514" y="1436908"/>
                  <a:pt x="10624461" y="1444283"/>
                </a:cubicBezTo>
                <a:cubicBezTo>
                  <a:pt x="10601952" y="1468442"/>
                  <a:pt x="10536224" y="1460228"/>
                  <a:pt x="10517208" y="1478947"/>
                </a:cubicBezTo>
                <a:cubicBezTo>
                  <a:pt x="10509508" y="1482271"/>
                  <a:pt x="10505833" y="1468818"/>
                  <a:pt x="10497937" y="1469831"/>
                </a:cubicBezTo>
                <a:lnTo>
                  <a:pt x="10471201" y="1486037"/>
                </a:lnTo>
                <a:lnTo>
                  <a:pt x="10448263" y="1478223"/>
                </a:lnTo>
                <a:lnTo>
                  <a:pt x="10388089" y="1507175"/>
                </a:lnTo>
                <a:cubicBezTo>
                  <a:pt x="10350285" y="1513081"/>
                  <a:pt x="10383281" y="1526586"/>
                  <a:pt x="10333720" y="1515848"/>
                </a:cubicBezTo>
                <a:cubicBezTo>
                  <a:pt x="10286428" y="1526223"/>
                  <a:pt x="10174884" y="1550019"/>
                  <a:pt x="10104338" y="1569424"/>
                </a:cubicBezTo>
                <a:cubicBezTo>
                  <a:pt x="10066963" y="1581564"/>
                  <a:pt x="9967395" y="1605712"/>
                  <a:pt x="9910445" y="1632275"/>
                </a:cubicBezTo>
                <a:cubicBezTo>
                  <a:pt x="9856131" y="1644130"/>
                  <a:pt x="9831118" y="1689967"/>
                  <a:pt x="9770872" y="1688088"/>
                </a:cubicBezTo>
                <a:cubicBezTo>
                  <a:pt x="9769882" y="1691843"/>
                  <a:pt x="9737016" y="1697044"/>
                  <a:pt x="9733849" y="1700034"/>
                </a:cubicBezTo>
                <a:lnTo>
                  <a:pt x="9703714" y="1730093"/>
                </a:lnTo>
                <a:lnTo>
                  <a:pt x="9698351" y="1730377"/>
                </a:lnTo>
                <a:lnTo>
                  <a:pt x="9632895" y="1736363"/>
                </a:lnTo>
                <a:lnTo>
                  <a:pt x="9569107" y="1741010"/>
                </a:lnTo>
                <a:cubicBezTo>
                  <a:pt x="9558961" y="1745882"/>
                  <a:pt x="9548028" y="1750646"/>
                  <a:pt x="9536451" y="1755120"/>
                </a:cubicBezTo>
                <a:lnTo>
                  <a:pt x="9529385" y="1757515"/>
                </a:lnTo>
                <a:lnTo>
                  <a:pt x="9498527" y="1753117"/>
                </a:lnTo>
                <a:lnTo>
                  <a:pt x="9436642" y="1755478"/>
                </a:lnTo>
                <a:lnTo>
                  <a:pt x="9429748" y="1756317"/>
                </a:lnTo>
                <a:lnTo>
                  <a:pt x="9429748" y="1768745"/>
                </a:lnTo>
                <a:lnTo>
                  <a:pt x="9425802" y="1769273"/>
                </a:lnTo>
                <a:cubicBezTo>
                  <a:pt x="9390751" y="1773262"/>
                  <a:pt x="9371406" y="1773457"/>
                  <a:pt x="9349763" y="1776107"/>
                </a:cubicBezTo>
                <a:cubicBezTo>
                  <a:pt x="9314721" y="1782260"/>
                  <a:pt x="9277650" y="1796217"/>
                  <a:pt x="9256503" y="1800699"/>
                </a:cubicBezTo>
                <a:lnTo>
                  <a:pt x="9222873" y="1803003"/>
                </a:lnTo>
                <a:lnTo>
                  <a:pt x="9224095" y="1807355"/>
                </a:lnTo>
                <a:lnTo>
                  <a:pt x="9211603" y="1807675"/>
                </a:lnTo>
                <a:lnTo>
                  <a:pt x="9183719" y="1807781"/>
                </a:lnTo>
                <a:cubicBezTo>
                  <a:pt x="9166319" y="1808439"/>
                  <a:pt x="9117935" y="1807396"/>
                  <a:pt x="9100221" y="1808989"/>
                </a:cubicBezTo>
                <a:cubicBezTo>
                  <a:pt x="9095111" y="1813630"/>
                  <a:pt x="9087224" y="1816160"/>
                  <a:pt x="9077439" y="1817333"/>
                </a:cubicBezTo>
                <a:lnTo>
                  <a:pt x="9055889" y="1817464"/>
                </a:lnTo>
                <a:lnTo>
                  <a:pt x="8930912" y="1828648"/>
                </a:lnTo>
                <a:lnTo>
                  <a:pt x="8913729" y="1829483"/>
                </a:lnTo>
                <a:lnTo>
                  <a:pt x="8904423" y="1833234"/>
                </a:lnTo>
                <a:cubicBezTo>
                  <a:pt x="8897319" y="1833982"/>
                  <a:pt x="8876911" y="1833498"/>
                  <a:pt x="8871099" y="1833979"/>
                </a:cubicBezTo>
                <a:lnTo>
                  <a:pt x="8869557" y="1836113"/>
                </a:lnTo>
                <a:cubicBezTo>
                  <a:pt x="8851043" y="1839524"/>
                  <a:pt x="8781405" y="1850882"/>
                  <a:pt x="8760021" y="1854442"/>
                </a:cubicBezTo>
                <a:cubicBezTo>
                  <a:pt x="8755749" y="1851161"/>
                  <a:pt x="8746183" y="1856343"/>
                  <a:pt x="8741254" y="1857469"/>
                </a:cubicBezTo>
                <a:cubicBezTo>
                  <a:pt x="8740491" y="1855259"/>
                  <a:pt x="8728559" y="1854585"/>
                  <a:pt x="8725039" y="1856552"/>
                </a:cubicBezTo>
                <a:cubicBezTo>
                  <a:pt x="8641157" y="1867333"/>
                  <a:pt x="8683145" y="1845054"/>
                  <a:pt x="8635265" y="1859168"/>
                </a:cubicBezTo>
                <a:cubicBezTo>
                  <a:pt x="8626795" y="1860103"/>
                  <a:pt x="8619931" y="1859212"/>
                  <a:pt x="8613911" y="1857561"/>
                </a:cubicBezTo>
                <a:lnTo>
                  <a:pt x="8604931" y="1854170"/>
                </a:lnTo>
                <a:lnTo>
                  <a:pt x="8570171" y="1860579"/>
                </a:lnTo>
                <a:cubicBezTo>
                  <a:pt x="8553049" y="1862813"/>
                  <a:pt x="8535028" y="1864294"/>
                  <a:pt x="8516537" y="1864971"/>
                </a:cubicBezTo>
                <a:cubicBezTo>
                  <a:pt x="8512388" y="1860455"/>
                  <a:pt x="8497874" y="1866870"/>
                  <a:pt x="8491046" y="1868141"/>
                </a:cubicBezTo>
                <a:cubicBezTo>
                  <a:pt x="8490975" y="1865191"/>
                  <a:pt x="8475847" y="1863778"/>
                  <a:pt x="8470478" y="1866216"/>
                </a:cubicBezTo>
                <a:cubicBezTo>
                  <a:pt x="8357654" y="1876758"/>
                  <a:pt x="8421139" y="1849210"/>
                  <a:pt x="8353433" y="1865729"/>
                </a:cubicBezTo>
                <a:lnTo>
                  <a:pt x="8347675" y="1865075"/>
                </a:lnTo>
                <a:lnTo>
                  <a:pt x="8343939" y="1865677"/>
                </a:lnTo>
                <a:cubicBezTo>
                  <a:pt x="8309852" y="1870841"/>
                  <a:pt x="8272587" y="1875809"/>
                  <a:pt x="8221566" y="1881148"/>
                </a:cubicBezTo>
                <a:cubicBezTo>
                  <a:pt x="8158043" y="1892960"/>
                  <a:pt x="8095547" y="1914042"/>
                  <a:pt x="8066095" y="1919902"/>
                </a:cubicBezTo>
                <a:cubicBezTo>
                  <a:pt x="8058949" y="1919234"/>
                  <a:pt x="8051921" y="1917862"/>
                  <a:pt x="8044849" y="1916308"/>
                </a:cubicBezTo>
                <a:lnTo>
                  <a:pt x="8041142" y="1915506"/>
                </a:lnTo>
                <a:lnTo>
                  <a:pt x="8022159" y="1911521"/>
                </a:lnTo>
                <a:lnTo>
                  <a:pt x="7944932" y="1917265"/>
                </a:lnTo>
                <a:lnTo>
                  <a:pt x="7879011" y="1928570"/>
                </a:lnTo>
                <a:lnTo>
                  <a:pt x="7865529" y="1934399"/>
                </a:lnTo>
                <a:lnTo>
                  <a:pt x="7774801" y="1947969"/>
                </a:lnTo>
                <a:lnTo>
                  <a:pt x="7748398" y="1955982"/>
                </a:lnTo>
                <a:lnTo>
                  <a:pt x="7740684" y="1955717"/>
                </a:lnTo>
                <a:cubicBezTo>
                  <a:pt x="7728362" y="1958584"/>
                  <a:pt x="7714099" y="1968442"/>
                  <a:pt x="7712976" y="1960442"/>
                </a:cubicBezTo>
                <a:lnTo>
                  <a:pt x="7699956" y="1966104"/>
                </a:lnTo>
                <a:lnTo>
                  <a:pt x="7684158" y="1962927"/>
                </a:lnTo>
                <a:cubicBezTo>
                  <a:pt x="7674684" y="1962643"/>
                  <a:pt x="7652105" y="1963177"/>
                  <a:pt x="7643109" y="1964400"/>
                </a:cubicBezTo>
                <a:lnTo>
                  <a:pt x="7630180" y="1970266"/>
                </a:lnTo>
                <a:lnTo>
                  <a:pt x="7609131" y="1971774"/>
                </a:lnTo>
                <a:cubicBezTo>
                  <a:pt x="7596694" y="1971644"/>
                  <a:pt x="7570258" y="1969757"/>
                  <a:pt x="7555555" y="1969491"/>
                </a:cubicBezTo>
                <a:cubicBezTo>
                  <a:pt x="7541460" y="1966540"/>
                  <a:pt x="7530571" y="1964848"/>
                  <a:pt x="7520919" y="1970177"/>
                </a:cubicBezTo>
                <a:cubicBezTo>
                  <a:pt x="7500295" y="1966884"/>
                  <a:pt x="7480780" y="1949401"/>
                  <a:pt x="7456258" y="1960468"/>
                </a:cubicBezTo>
                <a:cubicBezTo>
                  <a:pt x="7434946" y="1957506"/>
                  <a:pt x="7435772" y="1952500"/>
                  <a:pt x="7393047" y="1952408"/>
                </a:cubicBezTo>
                <a:cubicBezTo>
                  <a:pt x="7356520" y="1952860"/>
                  <a:pt x="7236307" y="1958626"/>
                  <a:pt x="7199912" y="1959913"/>
                </a:cubicBezTo>
                <a:cubicBezTo>
                  <a:pt x="7176501" y="1959942"/>
                  <a:pt x="7160098" y="1958343"/>
                  <a:pt x="7146774" y="1956641"/>
                </a:cubicBezTo>
                <a:lnTo>
                  <a:pt x="7122244" y="1953891"/>
                </a:lnTo>
                <a:lnTo>
                  <a:pt x="7032241" y="1962723"/>
                </a:lnTo>
                <a:cubicBezTo>
                  <a:pt x="6997214" y="1965198"/>
                  <a:pt x="6963725" y="1968396"/>
                  <a:pt x="6941492" y="1976868"/>
                </a:cubicBezTo>
                <a:cubicBezTo>
                  <a:pt x="6947015" y="1970398"/>
                  <a:pt x="6923088" y="1965379"/>
                  <a:pt x="6906514" y="1968589"/>
                </a:cubicBezTo>
                <a:cubicBezTo>
                  <a:pt x="6925890" y="1943204"/>
                  <a:pt x="6840983" y="1991464"/>
                  <a:pt x="6826395" y="1974141"/>
                </a:cubicBezTo>
                <a:cubicBezTo>
                  <a:pt x="6825676" y="1990223"/>
                  <a:pt x="6751393" y="2017492"/>
                  <a:pt x="6716431" y="2004297"/>
                </a:cubicBezTo>
                <a:cubicBezTo>
                  <a:pt x="6663167" y="2007518"/>
                  <a:pt x="6625450" y="2020811"/>
                  <a:pt x="6569607" y="2015496"/>
                </a:cubicBezTo>
                <a:cubicBezTo>
                  <a:pt x="6567874" y="2017648"/>
                  <a:pt x="6565034" y="2019449"/>
                  <a:pt x="6561430" y="2020996"/>
                </a:cubicBezTo>
                <a:lnTo>
                  <a:pt x="6549371" y="2024747"/>
                </a:lnTo>
                <a:lnTo>
                  <a:pt x="6547040" y="2024474"/>
                </a:lnTo>
                <a:cubicBezTo>
                  <a:pt x="6537882" y="2024425"/>
                  <a:pt x="6533193" y="2025332"/>
                  <a:pt x="6530482" y="2026659"/>
                </a:cubicBezTo>
                <a:lnTo>
                  <a:pt x="6528565" y="2028600"/>
                </a:lnTo>
                <a:lnTo>
                  <a:pt x="6517741" y="2030558"/>
                </a:lnTo>
                <a:lnTo>
                  <a:pt x="6497855" y="2035650"/>
                </a:lnTo>
                <a:lnTo>
                  <a:pt x="6492785" y="2035444"/>
                </a:lnTo>
                <a:lnTo>
                  <a:pt x="6460692" y="2041321"/>
                </a:lnTo>
                <a:lnTo>
                  <a:pt x="6459609" y="2040851"/>
                </a:lnTo>
                <a:cubicBezTo>
                  <a:pt x="6456451" y="2039933"/>
                  <a:pt x="6452734" y="2039508"/>
                  <a:pt x="6447765" y="2040102"/>
                </a:cubicBezTo>
                <a:cubicBezTo>
                  <a:pt x="6446007" y="2031126"/>
                  <a:pt x="6441093" y="2037380"/>
                  <a:pt x="6426590" y="2039928"/>
                </a:cubicBezTo>
                <a:cubicBezTo>
                  <a:pt x="6423606" y="2033241"/>
                  <a:pt x="6413230" y="2032925"/>
                  <a:pt x="6401693" y="2033537"/>
                </a:cubicBezTo>
                <a:lnTo>
                  <a:pt x="6387141" y="2033161"/>
                </a:lnTo>
                <a:lnTo>
                  <a:pt x="6357846" y="2036782"/>
                </a:lnTo>
                <a:lnTo>
                  <a:pt x="6342914" y="2037585"/>
                </a:lnTo>
                <a:lnTo>
                  <a:pt x="6336300" y="2038781"/>
                </a:lnTo>
                <a:lnTo>
                  <a:pt x="6317178" y="2038968"/>
                </a:lnTo>
                <a:lnTo>
                  <a:pt x="6161427" y="2047338"/>
                </a:lnTo>
                <a:cubicBezTo>
                  <a:pt x="6147824" y="2057658"/>
                  <a:pt x="6118908" y="2077615"/>
                  <a:pt x="6097339" y="2082438"/>
                </a:cubicBezTo>
                <a:cubicBezTo>
                  <a:pt x="6090149" y="2084046"/>
                  <a:pt x="6083776" y="2083972"/>
                  <a:pt x="6079059" y="2081299"/>
                </a:cubicBezTo>
                <a:cubicBezTo>
                  <a:pt x="6063900" y="2082334"/>
                  <a:pt x="6011621" y="2084537"/>
                  <a:pt x="5998439" y="2070958"/>
                </a:cubicBezTo>
                <a:cubicBezTo>
                  <a:pt x="5976443" y="2071759"/>
                  <a:pt x="5925514" y="2069780"/>
                  <a:pt x="5904290" y="2070255"/>
                </a:cubicBezTo>
                <a:cubicBezTo>
                  <a:pt x="5871515" y="2066244"/>
                  <a:pt x="5843986" y="2088249"/>
                  <a:pt x="5814867" y="2079032"/>
                </a:cubicBezTo>
                <a:cubicBezTo>
                  <a:pt x="5792003" y="2070559"/>
                  <a:pt x="5750009" y="2076273"/>
                  <a:pt x="5725743" y="2070558"/>
                </a:cubicBezTo>
                <a:cubicBezTo>
                  <a:pt x="5716432" y="2058355"/>
                  <a:pt x="5667424" y="2047322"/>
                  <a:pt x="5650546" y="2052412"/>
                </a:cubicBezTo>
                <a:cubicBezTo>
                  <a:pt x="5614627" y="2046084"/>
                  <a:pt x="5608108" y="2028306"/>
                  <a:pt x="5581284" y="2023175"/>
                </a:cubicBezTo>
                <a:lnTo>
                  <a:pt x="5572593" y="2018391"/>
                </a:lnTo>
                <a:lnTo>
                  <a:pt x="5548580" y="2016951"/>
                </a:lnTo>
                <a:cubicBezTo>
                  <a:pt x="5523726" y="2017783"/>
                  <a:pt x="5498337" y="2019663"/>
                  <a:pt x="5471173" y="2018786"/>
                </a:cubicBezTo>
                <a:cubicBezTo>
                  <a:pt x="5447687" y="2003020"/>
                  <a:pt x="5353807" y="2022324"/>
                  <a:pt x="5340320" y="2037611"/>
                </a:cubicBezTo>
                <a:cubicBezTo>
                  <a:pt x="5340015" y="2024215"/>
                  <a:pt x="5271937" y="2042455"/>
                  <a:pt x="5254376" y="2042928"/>
                </a:cubicBezTo>
                <a:cubicBezTo>
                  <a:pt x="5248522" y="2043086"/>
                  <a:pt x="5248281" y="2041270"/>
                  <a:pt x="5258035" y="2035649"/>
                </a:cubicBezTo>
                <a:cubicBezTo>
                  <a:pt x="5239374" y="2037214"/>
                  <a:pt x="5220112" y="2030252"/>
                  <a:pt x="5230622" y="2024576"/>
                </a:cubicBezTo>
                <a:cubicBezTo>
                  <a:pt x="5173932" y="2036724"/>
                  <a:pt x="5090262" y="2024645"/>
                  <a:pt x="5026203" y="2030162"/>
                </a:cubicBezTo>
                <a:cubicBezTo>
                  <a:pt x="4991280" y="2016814"/>
                  <a:pt x="5010212" y="2029164"/>
                  <a:pt x="4973988" y="2026668"/>
                </a:cubicBezTo>
                <a:cubicBezTo>
                  <a:pt x="4983896" y="2038955"/>
                  <a:pt x="4930012" y="2019774"/>
                  <a:pt x="4928030" y="2033642"/>
                </a:cubicBezTo>
                <a:cubicBezTo>
                  <a:pt x="4921501" y="2032748"/>
                  <a:pt x="4915238" y="2031445"/>
                  <a:pt x="4908970" y="2030033"/>
                </a:cubicBezTo>
                <a:lnTo>
                  <a:pt x="4905679" y="2029300"/>
                </a:lnTo>
                <a:lnTo>
                  <a:pt x="4892525" y="2028768"/>
                </a:lnTo>
                <a:lnTo>
                  <a:pt x="4888818" y="2025619"/>
                </a:lnTo>
                <a:lnTo>
                  <a:pt x="4869018" y="2022668"/>
                </a:lnTo>
                <a:cubicBezTo>
                  <a:pt x="4861602" y="2022028"/>
                  <a:pt x="4853622" y="2021880"/>
                  <a:pt x="4844804" y="2022527"/>
                </a:cubicBezTo>
                <a:cubicBezTo>
                  <a:pt x="4823110" y="2028022"/>
                  <a:pt x="4789330" y="2021287"/>
                  <a:pt x="4758778" y="2021694"/>
                </a:cubicBezTo>
                <a:lnTo>
                  <a:pt x="4744748" y="2023396"/>
                </a:lnTo>
                <a:lnTo>
                  <a:pt x="4698956" y="2020558"/>
                </a:lnTo>
                <a:cubicBezTo>
                  <a:pt x="4685921" y="2020008"/>
                  <a:pt x="4672392" y="2019718"/>
                  <a:pt x="4658147" y="2019920"/>
                </a:cubicBezTo>
                <a:lnTo>
                  <a:pt x="4631706" y="2021274"/>
                </a:lnTo>
                <a:lnTo>
                  <a:pt x="4624776" y="2020152"/>
                </a:lnTo>
                <a:cubicBezTo>
                  <a:pt x="4612703" y="2020277"/>
                  <a:pt x="4596727" y="2024226"/>
                  <a:pt x="4598150" y="2019429"/>
                </a:cubicBezTo>
                <a:lnTo>
                  <a:pt x="4584588" y="2021092"/>
                </a:lnTo>
                <a:lnTo>
                  <a:pt x="4571203" y="2017263"/>
                </a:lnTo>
                <a:cubicBezTo>
                  <a:pt x="4569736" y="2016374"/>
                  <a:pt x="4568633" y="2015427"/>
                  <a:pt x="4567930" y="2014458"/>
                </a:cubicBezTo>
                <a:lnTo>
                  <a:pt x="4548984" y="2015717"/>
                </a:lnTo>
                <a:lnTo>
                  <a:pt x="4533451" y="2012976"/>
                </a:lnTo>
                <a:lnTo>
                  <a:pt x="4519910" y="2014768"/>
                </a:lnTo>
                <a:lnTo>
                  <a:pt x="4514290" y="2014364"/>
                </a:lnTo>
                <a:lnTo>
                  <a:pt x="4500320" y="2013007"/>
                </a:lnTo>
                <a:cubicBezTo>
                  <a:pt x="4493159" y="2012056"/>
                  <a:pt x="4485144" y="2010910"/>
                  <a:pt x="4476219" y="2009993"/>
                </a:cubicBezTo>
                <a:lnTo>
                  <a:pt x="4468701" y="2009574"/>
                </a:lnTo>
                <a:lnTo>
                  <a:pt x="4452333" y="2004964"/>
                </a:lnTo>
                <a:cubicBezTo>
                  <a:pt x="4440422" y="2001479"/>
                  <a:pt x="4431048" y="1999130"/>
                  <a:pt x="4420644" y="2001021"/>
                </a:cubicBezTo>
                <a:cubicBezTo>
                  <a:pt x="4402911" y="1996519"/>
                  <a:pt x="4390524" y="1983900"/>
                  <a:pt x="4364856" y="1987267"/>
                </a:cubicBezTo>
                <a:cubicBezTo>
                  <a:pt x="4372645" y="1981550"/>
                  <a:pt x="4336350" y="1986575"/>
                  <a:pt x="4332062" y="1980703"/>
                </a:cubicBezTo>
                <a:cubicBezTo>
                  <a:pt x="4330083" y="1975974"/>
                  <a:pt x="4318612" y="1976397"/>
                  <a:pt x="4309876" y="1974653"/>
                </a:cubicBezTo>
                <a:cubicBezTo>
                  <a:pt x="4303650" y="1969824"/>
                  <a:pt x="4259693" y="1965414"/>
                  <a:pt x="4244391" y="1966109"/>
                </a:cubicBezTo>
                <a:cubicBezTo>
                  <a:pt x="4201255" y="1970914"/>
                  <a:pt x="4166558" y="1951471"/>
                  <a:pt x="4132071" y="1954813"/>
                </a:cubicBezTo>
                <a:cubicBezTo>
                  <a:pt x="4123041" y="1954358"/>
                  <a:pt x="4115554" y="1953263"/>
                  <a:pt x="4109069" y="1951778"/>
                </a:cubicBezTo>
                <a:lnTo>
                  <a:pt x="4092908" y="1946662"/>
                </a:lnTo>
                <a:cubicBezTo>
                  <a:pt x="4092707" y="1945539"/>
                  <a:pt x="4092506" y="1944415"/>
                  <a:pt x="4092306" y="1943291"/>
                </a:cubicBezTo>
                <a:lnTo>
                  <a:pt x="4080234" y="1941219"/>
                </a:lnTo>
                <a:lnTo>
                  <a:pt x="4077778" y="1940145"/>
                </a:lnTo>
                <a:cubicBezTo>
                  <a:pt x="4073105" y="1938081"/>
                  <a:pt x="4068339" y="1936119"/>
                  <a:pt x="4062936" y="1934506"/>
                </a:cubicBezTo>
                <a:cubicBezTo>
                  <a:pt x="4048082" y="1947155"/>
                  <a:pt x="4014523" y="1922869"/>
                  <a:pt x="4012506" y="1935475"/>
                </a:cubicBezTo>
                <a:cubicBezTo>
                  <a:pt x="3980228" y="1928812"/>
                  <a:pt x="3986775" y="1942559"/>
                  <a:pt x="3965880" y="1925968"/>
                </a:cubicBezTo>
                <a:cubicBezTo>
                  <a:pt x="3899515" y="1923414"/>
                  <a:pt x="3830855" y="1902158"/>
                  <a:pt x="3765338" y="1906649"/>
                </a:cubicBezTo>
                <a:cubicBezTo>
                  <a:pt x="3780686" y="1902635"/>
                  <a:pt x="3768784" y="1893856"/>
                  <a:pt x="3749493" y="1893071"/>
                </a:cubicBezTo>
                <a:cubicBezTo>
                  <a:pt x="3807776" y="1876857"/>
                  <a:pt x="3656400" y="1898030"/>
                  <a:pt x="3672704" y="1881383"/>
                </a:cubicBezTo>
                <a:cubicBezTo>
                  <a:pt x="3645532" y="1893973"/>
                  <a:pt x="3537791" y="1900656"/>
                  <a:pt x="3530082" y="1883187"/>
                </a:cubicBezTo>
                <a:cubicBezTo>
                  <a:pt x="3479808" y="1875044"/>
                  <a:pt x="3426017" y="1877998"/>
                  <a:pt x="3387664" y="1862579"/>
                </a:cubicBezTo>
                <a:cubicBezTo>
                  <a:pt x="3382649" y="1863935"/>
                  <a:pt x="3377277" y="1864791"/>
                  <a:pt x="3371681" y="1865293"/>
                </a:cubicBezTo>
                <a:lnTo>
                  <a:pt x="3355305" y="1865842"/>
                </a:lnTo>
                <a:lnTo>
                  <a:pt x="3353790" y="1865158"/>
                </a:lnTo>
                <a:cubicBezTo>
                  <a:pt x="3346144" y="1863282"/>
                  <a:pt x="3340687" y="1863057"/>
                  <a:pt x="3336210" y="1863564"/>
                </a:cubicBezTo>
                <a:lnTo>
                  <a:pt x="3331381" y="1864716"/>
                </a:lnTo>
                <a:lnTo>
                  <a:pt x="3319012" y="1864093"/>
                </a:lnTo>
                <a:lnTo>
                  <a:pt x="3293818" y="1864135"/>
                </a:lnTo>
                <a:lnTo>
                  <a:pt x="3289881" y="1862954"/>
                </a:lnTo>
                <a:lnTo>
                  <a:pt x="3253090" y="1861164"/>
                </a:lnTo>
                <a:cubicBezTo>
                  <a:pt x="3253042" y="1860968"/>
                  <a:pt x="3252996" y="1860771"/>
                  <a:pt x="3252949" y="1860574"/>
                </a:cubicBezTo>
                <a:cubicBezTo>
                  <a:pt x="3251799" y="1859213"/>
                  <a:pt x="3249368" y="1858131"/>
                  <a:pt x="3244187" y="1857604"/>
                </a:cubicBezTo>
                <a:cubicBezTo>
                  <a:pt x="3250860" y="1853873"/>
                  <a:pt x="3250577" y="1852999"/>
                  <a:pt x="3246570" y="1852946"/>
                </a:cubicBezTo>
                <a:lnTo>
                  <a:pt x="3237810" y="1853064"/>
                </a:lnTo>
                <a:lnTo>
                  <a:pt x="3230822" y="1855474"/>
                </a:lnTo>
                <a:cubicBezTo>
                  <a:pt x="3206812" y="1862286"/>
                  <a:pt x="3176733" y="1868865"/>
                  <a:pt x="3136549" y="1874037"/>
                </a:cubicBezTo>
                <a:cubicBezTo>
                  <a:pt x="3081163" y="1880168"/>
                  <a:pt x="2902557" y="1900580"/>
                  <a:pt x="2845754" y="1910932"/>
                </a:cubicBezTo>
                <a:cubicBezTo>
                  <a:pt x="2860822" y="1944376"/>
                  <a:pt x="2813389" y="1905358"/>
                  <a:pt x="2786878" y="1917162"/>
                </a:cubicBezTo>
                <a:cubicBezTo>
                  <a:pt x="2766803" y="1917398"/>
                  <a:pt x="2741628" y="1915886"/>
                  <a:pt x="2725298" y="1912340"/>
                </a:cubicBezTo>
                <a:cubicBezTo>
                  <a:pt x="2716680" y="1911427"/>
                  <a:pt x="2707572" y="1911972"/>
                  <a:pt x="2697754" y="1914863"/>
                </a:cubicBezTo>
                <a:cubicBezTo>
                  <a:pt x="2667185" y="1939014"/>
                  <a:pt x="2622149" y="1926211"/>
                  <a:pt x="2568063" y="1936283"/>
                </a:cubicBezTo>
                <a:cubicBezTo>
                  <a:pt x="2552625" y="1932001"/>
                  <a:pt x="2502682" y="1953378"/>
                  <a:pt x="2489784" y="1943720"/>
                </a:cubicBezTo>
                <a:cubicBezTo>
                  <a:pt x="2478524" y="1943155"/>
                  <a:pt x="2467418" y="1949411"/>
                  <a:pt x="2458978" y="1938095"/>
                </a:cubicBezTo>
                <a:cubicBezTo>
                  <a:pt x="2417552" y="1934639"/>
                  <a:pt x="2366376" y="1931293"/>
                  <a:pt x="2318712" y="1934474"/>
                </a:cubicBezTo>
                <a:cubicBezTo>
                  <a:pt x="2296029" y="1936526"/>
                  <a:pt x="2282069" y="1938434"/>
                  <a:pt x="2268709" y="1940521"/>
                </a:cubicBezTo>
                <a:lnTo>
                  <a:pt x="2264080" y="1941232"/>
                </a:lnTo>
                <a:lnTo>
                  <a:pt x="2254684" y="1943524"/>
                </a:lnTo>
                <a:lnTo>
                  <a:pt x="2252523" y="1943004"/>
                </a:lnTo>
                <a:lnTo>
                  <a:pt x="2173350" y="1929202"/>
                </a:lnTo>
                <a:lnTo>
                  <a:pt x="2155266" y="1920267"/>
                </a:lnTo>
                <a:lnTo>
                  <a:pt x="2091013" y="1914631"/>
                </a:lnTo>
                <a:cubicBezTo>
                  <a:pt x="2033357" y="1920614"/>
                  <a:pt x="2070513" y="1905065"/>
                  <a:pt x="2030712" y="1897690"/>
                </a:cubicBezTo>
                <a:cubicBezTo>
                  <a:pt x="1994539" y="1893055"/>
                  <a:pt x="1958569" y="1883188"/>
                  <a:pt x="1908838" y="1892222"/>
                </a:cubicBezTo>
                <a:cubicBezTo>
                  <a:pt x="1897236" y="1896147"/>
                  <a:pt x="1883338" y="1892415"/>
                  <a:pt x="1877796" y="1883887"/>
                </a:cubicBezTo>
                <a:cubicBezTo>
                  <a:pt x="1876842" y="1882419"/>
                  <a:pt x="1876177" y="1880863"/>
                  <a:pt x="1875824" y="1879265"/>
                </a:cubicBezTo>
                <a:cubicBezTo>
                  <a:pt x="1843474" y="1887199"/>
                  <a:pt x="1841511" y="1873818"/>
                  <a:pt x="1823048" y="1881064"/>
                </a:cubicBezTo>
                <a:cubicBezTo>
                  <a:pt x="1792640" y="1872164"/>
                  <a:pt x="1782358" y="1850450"/>
                  <a:pt x="1765736" y="1856578"/>
                </a:cubicBezTo>
                <a:cubicBezTo>
                  <a:pt x="1753024" y="1849107"/>
                  <a:pt x="1745932" y="1828316"/>
                  <a:pt x="1725669" y="1833744"/>
                </a:cubicBezTo>
                <a:cubicBezTo>
                  <a:pt x="1727428" y="1831405"/>
                  <a:pt x="1726953" y="1830157"/>
                  <a:pt x="1725216" y="1829447"/>
                </a:cubicBezTo>
                <a:lnTo>
                  <a:pt x="1721485" y="1828960"/>
                </a:lnTo>
                <a:lnTo>
                  <a:pt x="1717786" y="1832224"/>
                </a:lnTo>
                <a:cubicBezTo>
                  <a:pt x="1703445" y="1843277"/>
                  <a:pt x="1706547" y="1827935"/>
                  <a:pt x="1689907" y="1825425"/>
                </a:cubicBezTo>
                <a:cubicBezTo>
                  <a:pt x="1682338" y="1823445"/>
                  <a:pt x="1685181" y="1820226"/>
                  <a:pt x="1688093" y="1817391"/>
                </a:cubicBezTo>
                <a:lnTo>
                  <a:pt x="1496789" y="1805297"/>
                </a:lnTo>
                <a:cubicBezTo>
                  <a:pt x="1463551" y="1793913"/>
                  <a:pt x="1426345" y="1786892"/>
                  <a:pt x="1392839" y="1758649"/>
                </a:cubicBezTo>
                <a:cubicBezTo>
                  <a:pt x="1386461" y="1750573"/>
                  <a:pt x="1374031" y="1756918"/>
                  <a:pt x="1360872" y="1752441"/>
                </a:cubicBezTo>
                <a:cubicBezTo>
                  <a:pt x="1347711" y="1747963"/>
                  <a:pt x="1332751" y="1735898"/>
                  <a:pt x="1313885" y="1731785"/>
                </a:cubicBezTo>
                <a:cubicBezTo>
                  <a:pt x="1281989" y="1726305"/>
                  <a:pt x="1256405" y="1739744"/>
                  <a:pt x="1247665" y="1727765"/>
                </a:cubicBezTo>
                <a:cubicBezTo>
                  <a:pt x="1231363" y="1728538"/>
                  <a:pt x="1209120" y="1742556"/>
                  <a:pt x="1196850" y="1729622"/>
                </a:cubicBezTo>
                <a:cubicBezTo>
                  <a:pt x="1195195" y="1740224"/>
                  <a:pt x="1178147" y="1721561"/>
                  <a:pt x="1168728" y="1728550"/>
                </a:cubicBezTo>
                <a:cubicBezTo>
                  <a:pt x="1152073" y="1727193"/>
                  <a:pt x="1122804" y="1725926"/>
                  <a:pt x="1096918" y="1721485"/>
                </a:cubicBezTo>
                <a:lnTo>
                  <a:pt x="1094082" y="1720113"/>
                </a:lnTo>
                <a:lnTo>
                  <a:pt x="1040782" y="1721762"/>
                </a:lnTo>
                <a:cubicBezTo>
                  <a:pt x="987172" y="1722352"/>
                  <a:pt x="1023272" y="1708707"/>
                  <a:pt x="955980" y="1719289"/>
                </a:cubicBezTo>
                <a:cubicBezTo>
                  <a:pt x="948995" y="1714208"/>
                  <a:pt x="940521" y="1713816"/>
                  <a:pt x="926108" y="1715917"/>
                </a:cubicBezTo>
                <a:cubicBezTo>
                  <a:pt x="900077" y="1715834"/>
                  <a:pt x="902688" y="1703436"/>
                  <a:pt x="876049" y="1710422"/>
                </a:cubicBezTo>
                <a:cubicBezTo>
                  <a:pt x="881084" y="1703830"/>
                  <a:pt x="826830" y="1706893"/>
                  <a:pt x="839194" y="1700176"/>
                </a:cubicBezTo>
                <a:cubicBezTo>
                  <a:pt x="822548" y="1693764"/>
                  <a:pt x="813674" y="1703628"/>
                  <a:pt x="797112" y="1698014"/>
                </a:cubicBezTo>
                <a:cubicBezTo>
                  <a:pt x="778195" y="1696418"/>
                  <a:pt x="807647" y="1705364"/>
                  <a:pt x="786610" y="1705455"/>
                </a:cubicBezTo>
                <a:cubicBezTo>
                  <a:pt x="761170" y="1704357"/>
                  <a:pt x="760599" y="1716610"/>
                  <a:pt x="741833" y="1700566"/>
                </a:cubicBezTo>
                <a:lnTo>
                  <a:pt x="673985" y="1692278"/>
                </a:lnTo>
                <a:cubicBezTo>
                  <a:pt x="658515" y="1695829"/>
                  <a:pt x="646395" y="1693620"/>
                  <a:pt x="634665" y="1689550"/>
                </a:cubicBezTo>
                <a:cubicBezTo>
                  <a:pt x="599149" y="1689690"/>
                  <a:pt x="567176" y="1683160"/>
                  <a:pt x="527471" y="1679869"/>
                </a:cubicBezTo>
                <a:cubicBezTo>
                  <a:pt x="484099" y="1683240"/>
                  <a:pt x="462693" y="1671949"/>
                  <a:pt x="420260" y="1668475"/>
                </a:cubicBezTo>
                <a:cubicBezTo>
                  <a:pt x="377482" y="1677390"/>
                  <a:pt x="393500" y="1652730"/>
                  <a:pt x="357630" y="1652142"/>
                </a:cubicBezTo>
                <a:cubicBezTo>
                  <a:pt x="298692" y="1659518"/>
                  <a:pt x="359631" y="1643849"/>
                  <a:pt x="269407" y="1643812"/>
                </a:cubicBezTo>
                <a:cubicBezTo>
                  <a:pt x="264204" y="1645215"/>
                  <a:pt x="253436" y="1643159"/>
                  <a:pt x="254769" y="1641013"/>
                </a:cubicBezTo>
                <a:cubicBezTo>
                  <a:pt x="234996" y="1641090"/>
                  <a:pt x="179093" y="1626583"/>
                  <a:pt x="150763" y="1628143"/>
                </a:cubicBezTo>
                <a:cubicBezTo>
                  <a:pt x="96232" y="1619954"/>
                  <a:pt x="68845" y="1629422"/>
                  <a:pt x="29133" y="1626172"/>
                </a:cubicBezTo>
                <a:lnTo>
                  <a:pt x="0" y="1619589"/>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panose="020F0502020204030204"/>
                <a:ea typeface="Arial"/>
                <a:cs typeface="Arial"/>
                <a:sym typeface="Wingdings"/>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panose="020F0502020204030204"/>
                <a:ea typeface="Arial"/>
                <a:cs typeface="Arial"/>
                <a:sym typeface="Wingdings"/>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panose="020F0502020204030204"/>
                <a:ea typeface="Arial"/>
                <a:cs typeface="Arial"/>
                <a:sym typeface="Wingdings"/>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panose="020F0502020204030204"/>
                <a:ea typeface="Arial"/>
                <a:cs typeface="Arial"/>
                <a:sym typeface="Wingdings"/>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panose="020F0502020204030204"/>
                <a:ea typeface="Arial"/>
                <a:cs typeface="Arial"/>
                <a:sym typeface="Wingdings"/>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panose="020F0502020204030204"/>
                <a:ea typeface="Arial"/>
                <a:cs typeface="Arial"/>
                <a:sym typeface="Wingdings"/>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panose="020F0502020204030204"/>
                <a:ea typeface="Arial"/>
                <a:cs typeface="Arial"/>
                <a:sym typeface="Wingdings"/>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panose="020F0502020204030204"/>
                <a:ea typeface="Arial"/>
                <a:cs typeface="Arial"/>
                <a:sym typeface="Wingdings"/>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panose="020F0502020204030204"/>
                <a:ea typeface="Arial"/>
                <a:cs typeface="Arial"/>
                <a:sym typeface="Wingdings"/>
              </a:defRPr>
            </a:lvl9pPr>
          </a:lstStyle>
          <a:p>
            <a:pPr algn="ctr"/>
            <a:endParaRPr lang="en-US"/>
          </a:p>
        </p:txBody>
      </p:sp>
      <p:sp>
        <p:nvSpPr>
          <p:cNvPr id="6" name="Title 1">
            <a:extLst>
              <a:ext uri="{FF2B5EF4-FFF2-40B4-BE49-F238E27FC236}">
                <a16:creationId xmlns:a16="http://schemas.microsoft.com/office/drawing/2014/main" id="{970DB965-F9CD-D7DF-65D4-5D9504F704C4}"/>
              </a:ext>
            </a:extLst>
          </p:cNvPr>
          <p:cNvSpPr>
            <a:spLocks noGrp="1"/>
          </p:cNvSpPr>
          <p:nvPr>
            <p:ph type="title"/>
          </p:nvPr>
        </p:nvSpPr>
        <p:spPr>
          <a:xfrm>
            <a:off x="828675" y="494414"/>
            <a:ext cx="10534650" cy="817403"/>
          </a:xfrm>
        </p:spPr>
        <p:txBody>
          <a:bodyPr vert="horz" lIns="91440" tIns="45720" rIns="91440" bIns="45720" rtlCol="0" anchor="b">
            <a:normAutofit/>
          </a:bodyPr>
          <a:lstStyle/>
          <a:p>
            <a:pPr algn="ctr"/>
            <a:r>
              <a:rPr lang="en-US" sz="3600" kern="1200">
                <a:solidFill>
                  <a:schemeClr val="tx1"/>
                </a:solidFill>
                <a:latin typeface="+mj-lt"/>
                <a:ea typeface="+mj-ea"/>
                <a:cs typeface="+mj-cs"/>
              </a:rPr>
              <a:t>Budget planning</a:t>
            </a:r>
          </a:p>
        </p:txBody>
      </p:sp>
      <p:pic>
        <p:nvPicPr>
          <p:cNvPr id="5" name="Content Placeholder 4" descr="A screenshot of a table&#10;&#10;Description automatically generated">
            <a:extLst>
              <a:ext uri="{FF2B5EF4-FFF2-40B4-BE49-F238E27FC236}">
                <a16:creationId xmlns:a16="http://schemas.microsoft.com/office/drawing/2014/main" id="{3C596D5E-555A-04D0-0AB4-19DB955CD587}"/>
              </a:ext>
            </a:extLst>
          </p:cNvPr>
          <p:cNvPicPr>
            <a:picLocks noGrp="1" noChangeAspect="1"/>
          </p:cNvPicPr>
          <p:nvPr>
            <p:ph idx="1"/>
          </p:nvPr>
        </p:nvPicPr>
        <p:blipFill>
          <a:blip r:embed="rId2"/>
          <a:stretch>
            <a:fillRect/>
          </a:stretch>
        </p:blipFill>
        <p:spPr>
          <a:xfrm>
            <a:off x="1339269" y="2354239"/>
            <a:ext cx="9513461" cy="3948085"/>
          </a:xfrm>
          <a:prstGeom prst="rect">
            <a:avLst/>
          </a:prstGeom>
        </p:spPr>
      </p:pic>
    </p:spTree>
    <p:extLst>
      <p:ext uri="{BB962C8B-B14F-4D97-AF65-F5344CB8AC3E}">
        <p14:creationId xmlns:p14="http://schemas.microsoft.com/office/powerpoint/2010/main" val="3490181710"/>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Rectangle: Rounded Corners 2">
            <a:extLst>
              <a:ext uri="{FF2B5EF4-FFF2-40B4-BE49-F238E27FC236}">
                <a16:creationId xmlns:a16="http://schemas.microsoft.com/office/drawing/2014/main" id="{AB12835E-CBDF-9B10-6BC5-B162022BF275}"/>
              </a:ext>
            </a:extLst>
          </p:cNvPr>
          <p:cNvSpPr>
            <a:spLocks noChangeArrowheads="1"/>
          </p:cNvSpPr>
          <p:nvPr/>
        </p:nvSpPr>
        <p:spPr bwMode="auto">
          <a:xfrm>
            <a:off x="447040" y="854314"/>
            <a:ext cx="5059680" cy="1980011"/>
          </a:xfrm>
          <a:prstGeom prst="roundRect">
            <a:avLst>
              <a:gd name="adj" fmla="val 16667"/>
            </a:avLst>
          </a:prstGeom>
          <a:solidFill>
            <a:schemeClr val="accent2">
              <a:lumMod val="40000"/>
              <a:lumOff val="60000"/>
            </a:schemeClr>
          </a:solidFill>
          <a:ln w="6350">
            <a:solidFill>
              <a:srgbClr val="A5A5A5"/>
            </a:solidFill>
            <a:miter lim="800000"/>
          </a:ln>
        </p:spPr>
        <p:txBody>
          <a:bodyPr vert="horz" wrap="square" lIns="91440" tIns="45720" rIns="91440" bIns="45720" numCol="1" anchor="ctr"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pPr>
            <a:r>
              <a:rPr kumimoji="0" lang="te-IN"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Gautami" panose="020B0502040204020203" pitchFamily="34" charset="0"/>
              </a:rPr>
              <a:t>Stakeholder analysis:</a:t>
            </a:r>
            <a:endParaRPr kumimoji="0" lang="en-IN"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Gautam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IN"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Gautami" panose="020B0502040204020203" pitchFamily="34" charset="0"/>
              </a:rPr>
              <a:t> </a:t>
            </a:r>
            <a:r>
              <a:rPr kumimoji="0" lang="te-IN"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Gautami" panose="020B0502040204020203" pitchFamily="34" charset="0"/>
              </a:rPr>
              <a:t>Identif</a:t>
            </a:r>
            <a:r>
              <a:rPr kumimoji="0" lang="en-US" altLang="en-US"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Gautami" panose="020B0502040204020203" pitchFamily="34" charset="0"/>
              </a:rPr>
              <a:t>ied</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Gautami" panose="020B0502040204020203" pitchFamily="34" charset="0"/>
              </a:rPr>
              <a:t> </a:t>
            </a:r>
            <a:r>
              <a:rPr kumimoji="0" lang="te-IN"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Gautami" panose="020B0502040204020203" pitchFamily="34" charset="0"/>
              </a:rPr>
              <a:t>key stake holders (Parents, Health professionals and Developers)</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IN"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Gautami" panose="020B0502040204020203" pitchFamily="34" charset="0"/>
              </a:rPr>
              <a:t> </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Gautami" panose="020B0502040204020203" pitchFamily="34" charset="0"/>
              </a:rPr>
              <a:t>Explained</a:t>
            </a:r>
            <a:r>
              <a:rPr kumimoji="0" lang="te-IN"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Gautami" panose="020B0502040204020203" pitchFamily="34" charset="0"/>
              </a:rPr>
              <a:t> their interests, expectations and communication preferences</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Rounded Corners 4">
            <a:extLst>
              <a:ext uri="{FF2B5EF4-FFF2-40B4-BE49-F238E27FC236}">
                <a16:creationId xmlns:a16="http://schemas.microsoft.com/office/drawing/2014/main" id="{8BF0A35C-7945-C145-93EB-3EA6D58FB10D}"/>
              </a:ext>
            </a:extLst>
          </p:cNvPr>
          <p:cNvSpPr>
            <a:spLocks noChangeArrowheads="1"/>
          </p:cNvSpPr>
          <p:nvPr/>
        </p:nvSpPr>
        <p:spPr bwMode="auto">
          <a:xfrm>
            <a:off x="6268720" y="1466319"/>
            <a:ext cx="4754880" cy="1934875"/>
          </a:xfrm>
          <a:prstGeom prst="roundRect">
            <a:avLst>
              <a:gd name="adj" fmla="val 16667"/>
            </a:avLst>
          </a:prstGeom>
          <a:solidFill>
            <a:schemeClr val="accent6">
              <a:lumMod val="40000"/>
              <a:lumOff val="60000"/>
            </a:schemeClr>
          </a:solidFill>
          <a:ln w="6350">
            <a:solidFill>
              <a:srgbClr val="A5A5A5"/>
            </a:solidFill>
            <a:miter lim="800000"/>
          </a:ln>
        </p:spPr>
        <p:txBody>
          <a:bodyPr vert="horz" wrap="square" lIns="91440" tIns="45720" rIns="91440" bIns="45720" numCol="1" anchor="ctr"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pPr>
            <a:r>
              <a:rPr kumimoji="0" lang="te-IN"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Gautami" panose="020B0502040204020203" pitchFamily="34" charset="0"/>
              </a:rPr>
              <a:t>Communication objectives:</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IN" altLang="en-US" b="0" i="0" u="none" strike="noStrike" cap="none" normalizeH="0" baseline="0" dirty="0">
              <a:ln>
                <a:noFill/>
              </a:ln>
              <a:solidFill>
                <a:srgbClr val="0F0F0F"/>
              </a:solidFill>
              <a:effectLst/>
              <a:latin typeface="Calibri" panose="020F0502020204030204" pitchFamily="34" charset="0"/>
              <a:ea typeface="Calibri" panose="020F0502020204030204" pitchFamily="34" charset="0"/>
              <a:cs typeface="Gautam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b="0" i="0" u="none" strike="noStrike" cap="none" normalizeH="0" baseline="0" dirty="0">
                <a:ln>
                  <a:noFill/>
                </a:ln>
                <a:solidFill>
                  <a:srgbClr val="0F0F0F"/>
                </a:solidFill>
                <a:effectLst/>
                <a:latin typeface="Calibri" panose="020F0502020204030204" pitchFamily="34" charset="0"/>
                <a:ea typeface="Calibri" panose="020F0502020204030204" pitchFamily="34" charset="0"/>
                <a:cs typeface="Gautami" panose="020B0502040204020203" pitchFamily="34" charset="0"/>
              </a:rPr>
              <a:t>Informed</a:t>
            </a:r>
            <a:r>
              <a:rPr kumimoji="0" lang="te-IN" altLang="en-US" b="0" i="0" u="none" strike="noStrike" cap="none" normalizeH="0" baseline="0" dirty="0">
                <a:ln>
                  <a:noFill/>
                </a:ln>
                <a:solidFill>
                  <a:srgbClr val="0F0F0F"/>
                </a:solidFill>
                <a:effectLst/>
                <a:latin typeface="Calibri" panose="020F0502020204030204" pitchFamily="34" charset="0"/>
                <a:ea typeface="Calibri" panose="020F0502020204030204" pitchFamily="34" charset="0"/>
                <a:cs typeface="Gautami" panose="020B0502040204020203" pitchFamily="34" charset="0"/>
              </a:rPr>
              <a:t> parents about the app, </a:t>
            </a:r>
            <a:r>
              <a:rPr kumimoji="0" lang="en-US" altLang="en-US" b="0" i="0" u="none" strike="noStrike" cap="none" normalizeH="0" baseline="0" dirty="0">
                <a:ln>
                  <a:noFill/>
                </a:ln>
                <a:solidFill>
                  <a:srgbClr val="0F0F0F"/>
                </a:solidFill>
                <a:effectLst/>
                <a:latin typeface="Calibri" panose="020F0502020204030204" pitchFamily="34" charset="0"/>
                <a:ea typeface="Calibri" panose="020F0502020204030204" pitchFamily="34" charset="0"/>
                <a:cs typeface="Gautami" panose="020B0502040204020203" pitchFamily="34" charset="0"/>
              </a:rPr>
              <a:t>educated</a:t>
            </a:r>
            <a:r>
              <a:rPr kumimoji="0" lang="te-IN" altLang="en-US" b="0" i="0" u="none" strike="noStrike" cap="none" normalizeH="0" baseline="0" dirty="0">
                <a:ln>
                  <a:noFill/>
                </a:ln>
                <a:solidFill>
                  <a:srgbClr val="0F0F0F"/>
                </a:solidFill>
                <a:effectLst/>
                <a:latin typeface="Calibri" panose="020F0502020204030204" pitchFamily="34" charset="0"/>
                <a:ea typeface="Calibri" panose="020F0502020204030204" pitchFamily="34" charset="0"/>
                <a:cs typeface="Gautami" panose="020B0502040204020203" pitchFamily="34" charset="0"/>
              </a:rPr>
              <a:t> on healthy habits, and </a:t>
            </a:r>
            <a:r>
              <a:rPr kumimoji="0" lang="en-US" altLang="en-US" b="0" i="0" u="none" strike="noStrike" cap="none" normalizeH="0" baseline="0" dirty="0">
                <a:ln>
                  <a:noFill/>
                </a:ln>
                <a:solidFill>
                  <a:srgbClr val="0F0F0F"/>
                </a:solidFill>
                <a:effectLst/>
                <a:latin typeface="Calibri" panose="020F0502020204030204" pitchFamily="34" charset="0"/>
                <a:ea typeface="Calibri" panose="020F0502020204030204" pitchFamily="34" charset="0"/>
                <a:cs typeface="Gautami" panose="020B0502040204020203" pitchFamily="34" charset="0"/>
              </a:rPr>
              <a:t>created</a:t>
            </a:r>
            <a:r>
              <a:rPr kumimoji="0" lang="te-IN" altLang="en-US" b="0" i="0" u="none" strike="noStrike" cap="none" normalizeH="0" baseline="0" dirty="0">
                <a:ln>
                  <a:noFill/>
                </a:ln>
                <a:solidFill>
                  <a:srgbClr val="0F0F0F"/>
                </a:solidFill>
                <a:effectLst/>
                <a:latin typeface="Calibri" panose="020F0502020204030204" pitchFamily="34" charset="0"/>
                <a:ea typeface="Calibri" panose="020F0502020204030204" pitchFamily="34" charset="0"/>
                <a:cs typeface="Gautami" panose="020B0502040204020203" pitchFamily="34" charset="0"/>
              </a:rPr>
              <a:t> engagement.</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Rectangle: Rounded Corners 5">
            <a:extLst>
              <a:ext uri="{FF2B5EF4-FFF2-40B4-BE49-F238E27FC236}">
                <a16:creationId xmlns:a16="http://schemas.microsoft.com/office/drawing/2014/main" id="{EFFE87F0-53B7-5FCE-D1EA-B8DE839D54FF}"/>
              </a:ext>
            </a:extLst>
          </p:cNvPr>
          <p:cNvSpPr>
            <a:spLocks noChangeArrowheads="1"/>
          </p:cNvSpPr>
          <p:nvPr/>
        </p:nvSpPr>
        <p:spPr bwMode="auto">
          <a:xfrm>
            <a:off x="670560" y="3103848"/>
            <a:ext cx="3484880" cy="2331752"/>
          </a:xfrm>
          <a:prstGeom prst="roundRect">
            <a:avLst>
              <a:gd name="adj" fmla="val 16667"/>
            </a:avLst>
          </a:prstGeom>
          <a:solidFill>
            <a:schemeClr val="accent1">
              <a:lumMod val="40000"/>
              <a:lumOff val="60000"/>
            </a:schemeClr>
          </a:solidFill>
          <a:ln w="6350">
            <a:solidFill>
              <a:srgbClr val="A5A5A5"/>
            </a:solidFill>
            <a:miter lim="800000"/>
          </a:ln>
        </p:spPr>
        <p:txBody>
          <a:bodyPr vert="horz" wrap="square" lIns="91440" tIns="45720" rIns="91440" bIns="45720" numCol="1" anchor="ctr"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pPr>
            <a:r>
              <a:rPr kumimoji="0" lang="te-IN"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Gautami" panose="020B0502040204020203" pitchFamily="34" charset="0"/>
              </a:rPr>
              <a:t>Communication Channels:</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IN" altLang="en-US" b="0" i="0" u="none" strike="noStrike" cap="none" normalizeH="0" baseline="0" dirty="0">
              <a:ln>
                <a:noFill/>
              </a:ln>
              <a:solidFill>
                <a:srgbClr val="0F0F0F"/>
              </a:solidFill>
              <a:effectLst/>
              <a:latin typeface="Calibri" panose="020F0502020204030204" pitchFamily="34" charset="0"/>
              <a:ea typeface="Calibri" panose="020F0502020204030204" pitchFamily="34" charset="0"/>
              <a:cs typeface="Gautam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te-IN" altLang="en-US" b="0" i="0" u="none" strike="noStrike" cap="none" normalizeH="0" baseline="0" dirty="0">
                <a:ln>
                  <a:noFill/>
                </a:ln>
                <a:solidFill>
                  <a:srgbClr val="0F0F0F"/>
                </a:solidFill>
                <a:effectLst/>
                <a:latin typeface="Calibri" panose="020F0502020204030204" pitchFamily="34" charset="0"/>
                <a:ea typeface="Calibri" panose="020F0502020204030204" pitchFamily="34" charset="0"/>
                <a:cs typeface="Gautami" panose="020B0502040204020203" pitchFamily="34" charset="0"/>
              </a:rPr>
              <a:t>App notifications, emails, social media</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Rounded Corners 6">
            <a:extLst>
              <a:ext uri="{FF2B5EF4-FFF2-40B4-BE49-F238E27FC236}">
                <a16:creationId xmlns:a16="http://schemas.microsoft.com/office/drawing/2014/main" id="{5CC6BBE9-DFB2-76CF-A504-2F29B6B60A37}"/>
              </a:ext>
            </a:extLst>
          </p:cNvPr>
          <p:cNvSpPr>
            <a:spLocks noChangeArrowheads="1"/>
          </p:cNvSpPr>
          <p:nvPr/>
        </p:nvSpPr>
        <p:spPr bwMode="auto">
          <a:xfrm>
            <a:off x="4947920" y="4058112"/>
            <a:ext cx="4754880" cy="2107601"/>
          </a:xfrm>
          <a:prstGeom prst="roundRect">
            <a:avLst>
              <a:gd name="adj" fmla="val 16667"/>
            </a:avLst>
          </a:prstGeom>
          <a:solidFill>
            <a:srgbClr val="D2A0FC"/>
          </a:solidFill>
          <a:ln w="6350">
            <a:solidFill>
              <a:srgbClr val="A5A5A5"/>
            </a:solidFill>
            <a:miter lim="800000"/>
          </a:ln>
        </p:spPr>
        <p:txBody>
          <a:bodyPr vert="horz" wrap="square" lIns="91440" tIns="45720" rIns="91440" bIns="45720" numCol="1" anchor="ctr"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Monitoring and Evaluation:</a:t>
            </a:r>
          </a:p>
          <a:p>
            <a:pPr marL="0" marR="0" lvl="0" indent="0" algn="l" defTabSz="914400" rtl="0" eaLnBrk="0" fontAlgn="base" latinLnBrk="0" hangingPunct="0">
              <a:lnSpc>
                <a:spcPct val="100000"/>
              </a:lnSpc>
              <a:spcBef>
                <a:spcPct val="0"/>
              </a:spcBef>
              <a:spcAft>
                <a:spcPct val="0"/>
              </a:spcAft>
              <a:buClrTx/>
              <a:buSzTx/>
              <a:buFontTx/>
              <a:buNone/>
            </a:pPr>
            <a:endParaRPr lang="en-US" altLang="en-US"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b="0" i="0" u="none" strike="noStrike" cap="none" normalizeH="0" baseline="0" dirty="0">
                <a:ln>
                  <a:noFill/>
                </a:ln>
                <a:solidFill>
                  <a:srgbClr val="0F0F0F"/>
                </a:solidFill>
                <a:effectLst/>
                <a:latin typeface="Calibri" panose="020F0502020204030204" pitchFamily="34" charset="0"/>
                <a:ea typeface="Calibri" panose="020F0502020204030204" pitchFamily="34" charset="0"/>
                <a:cs typeface="Gautami" panose="020B0502040204020203" pitchFamily="34" charset="0"/>
              </a:rPr>
              <a:t>Identified</a:t>
            </a:r>
            <a:r>
              <a:rPr kumimoji="0" lang="te-IN" altLang="en-US" b="0" i="0" u="none" strike="noStrike" cap="none" normalizeH="0" baseline="0" dirty="0">
                <a:ln>
                  <a:noFill/>
                </a:ln>
                <a:solidFill>
                  <a:srgbClr val="0F0F0F"/>
                </a:solidFill>
                <a:effectLst/>
                <a:latin typeface="Calibri" panose="020F0502020204030204" pitchFamily="34" charset="0"/>
                <a:ea typeface="Calibri" panose="020F0502020204030204" pitchFamily="34" charset="0"/>
                <a:cs typeface="Gautami" panose="020B0502040204020203" pitchFamily="34" charset="0"/>
              </a:rPr>
              <a:t> key performance indicators (KPIs) for success</a:t>
            </a:r>
            <a:endParaRPr kumimoji="0" lang="te-IN" altLang="en-US" b="0" i="0" u="none" strike="noStrike" cap="none" normalizeH="0" baseline="0" dirty="0">
              <a:ln>
                <a:noFill/>
              </a:ln>
              <a:solidFill>
                <a:schemeClr val="tx1"/>
              </a:solidFill>
              <a:effectLst/>
              <a:latin typeface="Arial" panose="020B0604020202020204" pitchFamily="34" charset="0"/>
            </a:endParaRPr>
          </a:p>
        </p:txBody>
      </p:sp>
      <p:sp>
        <p:nvSpPr>
          <p:cNvPr id="6" name="Rectangle 5">
            <a:extLst>
              <a:ext uri="{FF2B5EF4-FFF2-40B4-BE49-F238E27FC236}">
                <a16:creationId xmlns:a16="http://schemas.microsoft.com/office/drawing/2014/main" id="{CF874716-76B2-1EFF-2CA5-F24A20566235}"/>
              </a:ext>
            </a:extLst>
          </p:cNvPr>
          <p:cNvSpPr>
            <a:spLocks noChangeArrowheads="1"/>
          </p:cNvSpPr>
          <p:nvPr/>
        </p:nvSpPr>
        <p:spPr bwMode="auto">
          <a:xfrm>
            <a:off x="3493826" y="213973"/>
            <a:ext cx="7110484" cy="1046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te-IN" altLang="en-US" sz="4400" b="1" i="0" u="none" strike="noStrike" normalizeH="0" baseline="0" dirty="0">
                <a:ln w="22225">
                  <a:solidFill>
                    <a:schemeClr val="accent5">
                      <a:lumMod val="75000"/>
                    </a:schemeClr>
                  </a:solidFill>
                  <a:prstDash val="solid"/>
                </a:ln>
                <a:solidFill>
                  <a:srgbClr val="00B050"/>
                </a:solidFill>
                <a:latin typeface="Calibri" panose="020F0502020204030204" pitchFamily="34" charset="0"/>
                <a:ea typeface="Calibri" panose="020F0502020204030204" pitchFamily="34" charset="0"/>
                <a:cs typeface="Gautami" panose="020B0502040204020203" pitchFamily="34" charset="0"/>
              </a:rPr>
              <a:t>COMMUNICATION</a:t>
            </a:r>
            <a:r>
              <a:rPr kumimoji="0" lang="te-IN" altLang="en-US" sz="4400" b="1" i="0" u="none" strike="noStrike" normalizeH="0" baseline="0" dirty="0">
                <a:ln w="9525">
                  <a:solidFill>
                    <a:schemeClr val="bg1"/>
                  </a:solidFill>
                  <a:prstDash val="solid"/>
                </a:ln>
                <a:solidFill>
                  <a:schemeClr val="accent2">
                    <a:lumMod val="50000"/>
                  </a:schemeClr>
                </a:solidFill>
                <a:effectLst>
                  <a:outerShdw blurRad="12700" dist="38100" dir="2700000" algn="tl" rotWithShape="0">
                    <a:schemeClr val="bg1">
                      <a:lumMod val="50000"/>
                    </a:schemeClr>
                  </a:outerShdw>
                </a:effectLst>
                <a:latin typeface="Calibri" panose="020F0502020204030204" pitchFamily="34" charset="0"/>
                <a:ea typeface="Calibri" panose="020F0502020204030204" pitchFamily="34" charset="0"/>
                <a:cs typeface="Gautami" panose="020B0502040204020203" pitchFamily="34" charset="0"/>
              </a:rPr>
              <a:t> </a:t>
            </a:r>
            <a:r>
              <a:rPr kumimoji="0" lang="te-IN" altLang="en-US" sz="4400" b="1" i="0" u="none" strike="noStrike" normalizeH="0" baseline="0" dirty="0">
                <a:ln w="22225">
                  <a:solidFill>
                    <a:schemeClr val="accent5">
                      <a:lumMod val="75000"/>
                    </a:schemeClr>
                  </a:solidFill>
                  <a:prstDash val="solid"/>
                </a:ln>
                <a:solidFill>
                  <a:srgbClr val="00B050"/>
                </a:solidFill>
                <a:latin typeface="Calibri" panose="020F0502020204030204" pitchFamily="34" charset="0"/>
                <a:ea typeface="Calibri" panose="020F0502020204030204" pitchFamily="34" charset="0"/>
                <a:cs typeface="Gautami" panose="020B0502040204020203" pitchFamily="34" charset="0"/>
              </a:rPr>
              <a:t>PLAN</a:t>
            </a:r>
            <a:endParaRPr kumimoji="0" lang="en-US" altLang="en-US" sz="4400" b="1" i="0" u="none" strike="noStrike" normalizeH="0" baseline="0" dirty="0">
              <a:ln w="22225">
                <a:solidFill>
                  <a:schemeClr val="accent5">
                    <a:lumMod val="75000"/>
                  </a:schemeClr>
                </a:solidFill>
                <a:prstDash val="solid"/>
              </a:ln>
              <a:solidFill>
                <a:srgbClr val="00B050"/>
              </a:solidFill>
              <a:effectLst>
                <a:outerShdw blurRad="12700" dist="38100" dir="2700000" algn="tl" rotWithShape="0">
                  <a:schemeClr val="bg1">
                    <a:lumMod val="50000"/>
                  </a:schemeClr>
                </a:outerShdw>
              </a:effectLst>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10">
            <a:extLst>
              <a:ext uri="{FF2B5EF4-FFF2-40B4-BE49-F238E27FC236}">
                <a16:creationId xmlns:a16="http://schemas.microsoft.com/office/drawing/2014/main" id="{B83FEC73-EE07-8916-6A0C-AE2678F4EE30}"/>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1560453531"/>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Oval 5">
            <a:extLst>
              <a:ext uri="{FF2B5EF4-FFF2-40B4-BE49-F238E27FC236}">
                <a16:creationId xmlns:a16="http://schemas.microsoft.com/office/drawing/2014/main" id="{F537E01B-0FD8-9B34-2777-819EACBCA7BC}"/>
              </a:ext>
            </a:extLst>
          </p:cNvPr>
          <p:cNvSpPr>
            <a:spLocks noChangeArrowheads="1"/>
          </p:cNvSpPr>
          <p:nvPr/>
        </p:nvSpPr>
        <p:spPr bwMode="auto">
          <a:xfrm>
            <a:off x="361950" y="518165"/>
            <a:ext cx="4772025" cy="1758310"/>
          </a:xfrm>
          <a:prstGeom prst="ellipse">
            <a:avLst/>
          </a:prstGeom>
          <a:gradFill rotWithShape="1">
            <a:gsLst>
              <a:gs pos="0">
                <a:srgbClr val="B1CBE9"/>
              </a:gs>
              <a:gs pos="50000">
                <a:srgbClr val="A3C1E5"/>
              </a:gs>
              <a:gs pos="100000">
                <a:srgbClr val="92B9E4"/>
              </a:gs>
            </a:gsLst>
            <a:lin ang="5400000"/>
          </a:gradFill>
          <a:ln w="6350">
            <a:solidFill>
              <a:srgbClr val="5B9BD5"/>
            </a:solidFill>
            <a:miter lim="800000"/>
          </a:ln>
        </p:spPr>
        <p:txBody>
          <a:bodyPr vert="horz" wrap="square" lIns="91440" tIns="45720" rIns="91440" bIns="45720" numCol="1" anchor="ctr"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pPr>
            <a:r>
              <a:rPr kumimoji="0" lang="te-IN"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Gautami" panose="020B0502040204020203" pitchFamily="34" charset="0"/>
              </a:rPr>
              <a:t>               Risk Identification:</a:t>
            </a:r>
            <a:endParaRPr kumimoji="0" lang="en-IN"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Gautam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b="0" i="0" u="none" strike="noStrike" cap="none" normalizeH="0" baseline="0" dirty="0">
                <a:ln>
                  <a:noFill/>
                </a:ln>
                <a:solidFill>
                  <a:srgbClr val="0F0F0F"/>
                </a:solidFill>
                <a:effectLst/>
                <a:latin typeface="Calibri" panose="020F0502020204030204" pitchFamily="34" charset="0"/>
                <a:ea typeface="Calibri" panose="020F0502020204030204" pitchFamily="34" charset="0"/>
                <a:cs typeface="Gautami" panose="020B0502040204020203" pitchFamily="34" charset="0"/>
              </a:rPr>
              <a:t>Identified</a:t>
            </a:r>
            <a:r>
              <a:rPr kumimoji="0" lang="te-IN" altLang="en-US" b="0" i="0" u="none" strike="noStrike" cap="none" normalizeH="0" baseline="0" dirty="0">
                <a:ln>
                  <a:noFill/>
                </a:ln>
                <a:solidFill>
                  <a:srgbClr val="0F0F0F"/>
                </a:solidFill>
                <a:effectLst/>
                <a:latin typeface="Calibri" panose="020F0502020204030204" pitchFamily="34" charset="0"/>
                <a:ea typeface="Calibri" panose="020F0502020204030204" pitchFamily="34" charset="0"/>
                <a:cs typeface="Gautami" panose="020B0502040204020203" pitchFamily="34" charset="0"/>
              </a:rPr>
              <a:t> technical issues, user adoption challenges, data privacy concerns</a:t>
            </a:r>
            <a:endParaRPr kumimoji="0" lang="te-IN" altLang="en-US" b="0" i="0" u="none" strike="noStrike" cap="none" normalizeH="0" baseline="0" dirty="0">
              <a:ln>
                <a:noFill/>
              </a:ln>
              <a:solidFill>
                <a:schemeClr val="tx1"/>
              </a:solidFill>
              <a:effectLst/>
              <a:latin typeface="Arial" panose="020B0604020202020204" pitchFamily="34" charset="0"/>
            </a:endParaRPr>
          </a:p>
        </p:txBody>
      </p:sp>
      <p:sp>
        <p:nvSpPr>
          <p:cNvPr id="3" name="Oval 6">
            <a:extLst>
              <a:ext uri="{FF2B5EF4-FFF2-40B4-BE49-F238E27FC236}">
                <a16:creationId xmlns:a16="http://schemas.microsoft.com/office/drawing/2014/main" id="{011A2B3A-90CC-CE7E-1096-425183F246F2}"/>
              </a:ext>
            </a:extLst>
          </p:cNvPr>
          <p:cNvSpPr>
            <a:spLocks noChangeArrowheads="1"/>
          </p:cNvSpPr>
          <p:nvPr/>
        </p:nvSpPr>
        <p:spPr bwMode="auto">
          <a:xfrm>
            <a:off x="666750" y="2378075"/>
            <a:ext cx="4667250" cy="1868805"/>
          </a:xfrm>
          <a:prstGeom prst="ellipse">
            <a:avLst/>
          </a:prstGeom>
          <a:gradFill rotWithShape="1">
            <a:gsLst>
              <a:gs pos="0">
                <a:srgbClr val="B1CBE9"/>
              </a:gs>
              <a:gs pos="50000">
                <a:srgbClr val="A3C1E5"/>
              </a:gs>
              <a:gs pos="100000">
                <a:srgbClr val="92B9E4"/>
              </a:gs>
            </a:gsLst>
            <a:lin ang="5400000"/>
          </a:gradFill>
          <a:ln w="6350">
            <a:solidFill>
              <a:srgbClr val="5B9BD5"/>
            </a:solidFill>
            <a:miter lim="800000"/>
          </a:ln>
        </p:spPr>
        <p:txBody>
          <a:bodyPr vert="horz" wrap="square" lIns="91440" tIns="45720" rIns="91440" bIns="45720" numCol="1" anchor="ctr"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pPr>
            <a:r>
              <a:rPr kumimoji="0" lang="te-IN"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Gautami" panose="020B0502040204020203" pitchFamily="34" charset="0"/>
              </a:rPr>
              <a:t>               Risk Analysis:</a:t>
            </a:r>
            <a:endParaRPr lang="en-IN" altLang="en-US" dirty="0">
              <a:latin typeface="Calibri" panose="020F0502020204030204" pitchFamily="34" charset="0"/>
              <a:ea typeface="Calibri" panose="020F0502020204030204" pitchFamily="34" charset="0"/>
              <a:cs typeface="Gautam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IN"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Gautami" panose="020B0502040204020203" pitchFamily="34" charset="0"/>
              </a:rPr>
              <a:t>  </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Gautami" panose="020B0502040204020203" pitchFamily="34" charset="0"/>
              </a:rPr>
              <a:t>Assessed</a:t>
            </a:r>
            <a:r>
              <a:rPr kumimoji="0" lang="te-IN"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Gautami" panose="020B0502040204020203" pitchFamily="34" charset="0"/>
              </a:rPr>
              <a:t> the likelihood and impact of each identified risk</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IN"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Gautami" panose="020B0502040204020203" pitchFamily="34" charset="0"/>
              </a:rPr>
              <a:t> </a:t>
            </a:r>
            <a:r>
              <a:rPr kumimoji="0" lang="te-IN"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Gautami" panose="020B0502040204020203" pitchFamily="34" charset="0"/>
              </a:rPr>
              <a:t>Use</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Gautami" panose="020B0502040204020203" pitchFamily="34" charset="0"/>
              </a:rPr>
              <a:t>d</a:t>
            </a:r>
            <a:r>
              <a:rPr kumimoji="0" lang="te-IN"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Gautami" panose="020B0502040204020203" pitchFamily="34" charset="0"/>
              </a:rPr>
              <a:t> a risk matrix or similar tool to visualize the analysis.</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Oval 7">
            <a:extLst>
              <a:ext uri="{FF2B5EF4-FFF2-40B4-BE49-F238E27FC236}">
                <a16:creationId xmlns:a16="http://schemas.microsoft.com/office/drawing/2014/main" id="{97A7E483-B1C2-118F-CAE4-B2A8FBB10EB8}"/>
              </a:ext>
            </a:extLst>
          </p:cNvPr>
          <p:cNvSpPr>
            <a:spLocks noChangeArrowheads="1"/>
          </p:cNvSpPr>
          <p:nvPr/>
        </p:nvSpPr>
        <p:spPr bwMode="auto">
          <a:xfrm>
            <a:off x="523875" y="4348479"/>
            <a:ext cx="4772025" cy="2357119"/>
          </a:xfrm>
          <a:prstGeom prst="ellipse">
            <a:avLst/>
          </a:prstGeom>
          <a:gradFill rotWithShape="1">
            <a:gsLst>
              <a:gs pos="0">
                <a:srgbClr val="B1CBE9"/>
              </a:gs>
              <a:gs pos="50000">
                <a:srgbClr val="A3C1E5"/>
              </a:gs>
              <a:gs pos="100000">
                <a:srgbClr val="92B9E4"/>
              </a:gs>
            </a:gsLst>
            <a:lin ang="5400000"/>
          </a:gradFill>
          <a:ln w="6350">
            <a:solidFill>
              <a:srgbClr val="5B9BD5"/>
            </a:solidFill>
            <a:miter lim="800000"/>
          </a:ln>
        </p:spPr>
        <p:txBody>
          <a:bodyPr vert="horz" wrap="square" lIns="91440" tIns="45720" rIns="91440" bIns="45720" numCol="1" anchor="ctr"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pPr>
            <a:r>
              <a:rPr kumimoji="0" lang="te-IN"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Gautami" panose="020B0502040204020203" pitchFamily="34" charset="0"/>
              </a:rPr>
              <a:t>      Risk Mitigation Strategies:</a:t>
            </a:r>
            <a:endParaRPr lang="en-IN" altLang="en-US" dirty="0">
              <a:latin typeface="Calibri" panose="020F0502020204030204" pitchFamily="34" charset="0"/>
              <a:ea typeface="Calibri" panose="020F0502020204030204" pitchFamily="34" charset="0"/>
              <a:cs typeface="Gautam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IN"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Gautami" panose="020B0502040204020203" pitchFamily="34" charset="0"/>
              </a:rPr>
              <a:t> </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Gautami" panose="020B0502040204020203" pitchFamily="34" charset="0"/>
              </a:rPr>
              <a:t>Presented</a:t>
            </a:r>
            <a:r>
              <a:rPr kumimoji="0" lang="te-IN"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Gautami" panose="020B0502040204020203" pitchFamily="34" charset="0"/>
              </a:rPr>
              <a:t> strategies to mitigate or reduce the impact of identified risks.</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IN"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Gautami" panose="020B0502040204020203" pitchFamily="34" charset="0"/>
              </a:rPr>
              <a:t> </a:t>
            </a:r>
            <a:r>
              <a:rPr kumimoji="0" lang="te-IN"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Gautami" panose="020B0502040204020203" pitchFamily="34" charset="0"/>
              </a:rPr>
              <a:t>Provide</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Gautami" panose="020B0502040204020203" pitchFamily="34" charset="0"/>
              </a:rPr>
              <a:t>d</a:t>
            </a:r>
            <a:r>
              <a:rPr kumimoji="0" lang="te-IN"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Gautami" panose="020B0502040204020203" pitchFamily="34" charset="0"/>
              </a:rPr>
              <a:t> specific actions or measures for each risk.</a:t>
            </a:r>
            <a:endParaRPr kumimoji="0" lang="en-US" altLang="en-US" b="0" i="0" u="none" strike="noStrike" cap="none" normalizeH="0" baseline="0" dirty="0">
              <a:ln>
                <a:noFill/>
              </a:ln>
              <a:solidFill>
                <a:schemeClr val="tx1"/>
              </a:solidFill>
              <a:effectLst/>
            </a:endParaRPr>
          </a:p>
        </p:txBody>
      </p:sp>
      <p:sp>
        <p:nvSpPr>
          <p:cNvPr id="6" name="Rectangle 5">
            <a:extLst>
              <a:ext uri="{FF2B5EF4-FFF2-40B4-BE49-F238E27FC236}">
                <a16:creationId xmlns:a16="http://schemas.microsoft.com/office/drawing/2014/main" id="{031212FE-4965-6C0C-E46A-94D2B3B1B6B1}"/>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7" name="Rectangle 7">
            <a:extLst>
              <a:ext uri="{FF2B5EF4-FFF2-40B4-BE49-F238E27FC236}">
                <a16:creationId xmlns:a16="http://schemas.microsoft.com/office/drawing/2014/main" id="{364FD599-BA1C-83D2-9AF2-2221893D5147}"/>
              </a:ext>
            </a:extLst>
          </p:cNvPr>
          <p:cNvSpPr>
            <a:spLocks noChangeArrowheads="1"/>
          </p:cNvSpPr>
          <p:nvPr/>
        </p:nvSpPr>
        <p:spPr bwMode="auto">
          <a:xfrm>
            <a:off x="81280" y="-75202"/>
            <a:ext cx="11958320"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te-IN" altLang="en-US" sz="14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Gautam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te-IN" altLang="en-US" sz="24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Gautami" panose="020B0502040204020203" pitchFamily="34" charset="0"/>
              </a:rPr>
              <a:t>                                 </a:t>
            </a:r>
            <a:r>
              <a:rPr kumimoji="0" lang="en-IN" altLang="en-US" sz="24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Gautami" panose="020B0502040204020203" pitchFamily="34" charset="0"/>
              </a:rPr>
              <a:t>                 </a:t>
            </a:r>
            <a:r>
              <a:rPr kumimoji="0" lang="te-IN" altLang="en-US" sz="2400" b="0" i="0" u="none" strike="noStrike" cap="none" normalizeH="0" baseline="0">
                <a:ln>
                  <a:noFill/>
                </a:ln>
                <a:solidFill>
                  <a:schemeClr val="accent1">
                    <a:lumMod val="50000"/>
                  </a:schemeClr>
                </a:solidFill>
                <a:effectLst/>
                <a:latin typeface="Calibri" panose="020F0502020204030204" pitchFamily="34" charset="0"/>
                <a:ea typeface="Calibri" panose="020F0502020204030204" pitchFamily="34" charset="0"/>
                <a:cs typeface="Gautami" panose="020B0502040204020203" pitchFamily="34" charset="0"/>
              </a:rPr>
              <a:t>RISK ASSESSMENT PLAN</a:t>
            </a:r>
            <a:endParaRPr kumimoji="0" lang="en-US" altLang="en-US" sz="2400" b="0" i="0" u="none" strike="noStrike" cap="none" normalizeH="0" baseline="0">
              <a:ln>
                <a:noFill/>
              </a:ln>
              <a:solidFill>
                <a:schemeClr val="accent1">
                  <a:lumMod val="50000"/>
                </a:schemeClr>
              </a:solidFill>
              <a:effectLst/>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 name="Rectangle 10">
            <a:extLst>
              <a:ext uri="{FF2B5EF4-FFF2-40B4-BE49-F238E27FC236}">
                <a16:creationId xmlns:a16="http://schemas.microsoft.com/office/drawing/2014/main" id="{E9612D1B-2974-4F2C-2B97-D03449D88FAD}"/>
              </a:ext>
            </a:extLst>
          </p:cNvPr>
          <p:cNvSpPr>
            <a:spLocks noChangeArrowheads="1"/>
          </p:cNvSpPr>
          <p:nvPr/>
        </p:nvSpPr>
        <p:spPr bwMode="auto">
          <a:xfrm>
            <a:off x="152400" y="6096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9" name="Oval 8">
            <a:extLst>
              <a:ext uri="{FF2B5EF4-FFF2-40B4-BE49-F238E27FC236}">
                <a16:creationId xmlns:a16="http://schemas.microsoft.com/office/drawing/2014/main" id="{3D807E63-7973-DEC4-BB98-D768817DF5E6}"/>
              </a:ext>
            </a:extLst>
          </p:cNvPr>
          <p:cNvSpPr/>
          <p:nvPr/>
        </p:nvSpPr>
        <p:spPr>
          <a:xfrm>
            <a:off x="6294839" y="436880"/>
            <a:ext cx="4604084" cy="1839595"/>
          </a:xfrm>
          <a:prstGeom prst="ellipse">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0" i="0" dirty="0">
                <a:solidFill>
                  <a:schemeClr val="tx1"/>
                </a:solidFill>
                <a:effectLst/>
              </a:rPr>
              <a:t>Risk Monitoring:</a:t>
            </a:r>
          </a:p>
          <a:p>
            <a:pPr algn="l">
              <a:buFont typeface="Arial" panose="020B0604020202020204" pitchFamily="34" charset="0"/>
              <a:buChar char="•"/>
            </a:pPr>
            <a:r>
              <a:rPr lang="en-US" b="0" i="0" dirty="0">
                <a:solidFill>
                  <a:schemeClr val="tx1"/>
                </a:solidFill>
                <a:effectLst/>
                <a:cs typeface="Calibri Light" panose="020F0302020204030204" pitchFamily="34" charset="0"/>
              </a:rPr>
              <a:t> Outlined the process for ongoing risk monitoring.</a:t>
            </a:r>
          </a:p>
          <a:p>
            <a:pPr algn="l">
              <a:buFont typeface="Arial" panose="020B0604020202020204" pitchFamily="34" charset="0"/>
              <a:buChar char="•"/>
            </a:pPr>
            <a:r>
              <a:rPr lang="en-US" b="0" i="0" dirty="0">
                <a:solidFill>
                  <a:schemeClr val="tx1"/>
                </a:solidFill>
                <a:effectLst/>
                <a:cs typeface="Calibri Light" panose="020F0302020204030204" pitchFamily="34" charset="0"/>
              </a:rPr>
              <a:t> Discussed how frequently risks will be reassessed.</a:t>
            </a:r>
          </a:p>
          <a:p>
            <a:pPr algn="ctr"/>
            <a:endParaRPr lang="en-IN" sz="1400" b="0" i="0" dirty="0">
              <a:solidFill>
                <a:schemeClr val="tx1"/>
              </a:solidFill>
              <a:effectLst/>
            </a:endParaRPr>
          </a:p>
          <a:p>
            <a:pPr algn="ctr"/>
            <a:endParaRPr lang="en-IN" dirty="0"/>
          </a:p>
        </p:txBody>
      </p:sp>
      <p:sp>
        <p:nvSpPr>
          <p:cNvPr id="12" name="Oval 11">
            <a:extLst>
              <a:ext uri="{FF2B5EF4-FFF2-40B4-BE49-F238E27FC236}">
                <a16:creationId xmlns:a16="http://schemas.microsoft.com/office/drawing/2014/main" id="{AF93F00C-1EA1-86DD-FE6A-97AF840989ED}"/>
              </a:ext>
            </a:extLst>
          </p:cNvPr>
          <p:cNvSpPr/>
          <p:nvPr/>
        </p:nvSpPr>
        <p:spPr>
          <a:xfrm>
            <a:off x="6294839" y="2367902"/>
            <a:ext cx="4906561" cy="1472577"/>
          </a:xfrm>
          <a:prstGeom prst="ellipse">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en-IN" b="0" i="0" dirty="0">
                <a:solidFill>
                  <a:schemeClr val="tx1"/>
                </a:solidFill>
                <a:effectLst/>
                <a:latin typeface="Calibri" panose="020F0502020204030204" pitchFamily="34" charset="0"/>
                <a:cs typeface="Calibri" panose="020F0502020204030204" pitchFamily="34" charset="0"/>
              </a:rPr>
              <a:t>            Communication of Risks:</a:t>
            </a:r>
          </a:p>
          <a:p>
            <a:pPr algn="l"/>
            <a:endParaRPr lang="en-IN" dirty="0">
              <a:solidFill>
                <a:schemeClr val="tx1"/>
              </a:solidFill>
              <a:latin typeface="Calibri" panose="020F0502020204030204" pitchFamily="34" charset="0"/>
              <a:cs typeface="Calibri" panose="020F0502020204030204" pitchFamily="34" charset="0"/>
            </a:endParaRPr>
          </a:p>
          <a:p>
            <a:pPr algn="l"/>
            <a:r>
              <a:rPr lang="en-US" dirty="0">
                <a:solidFill>
                  <a:schemeClr val="tx1"/>
                </a:solidFill>
                <a:latin typeface="Calibri" panose="020F0502020204030204" pitchFamily="34" charset="0"/>
                <a:cs typeface="Calibri" panose="020F0502020204030204" pitchFamily="34" charset="0"/>
              </a:rPr>
              <a:t>Emphasized</a:t>
            </a:r>
            <a:r>
              <a:rPr lang="en-IN" dirty="0">
                <a:solidFill>
                  <a:schemeClr val="tx1"/>
                </a:solidFill>
                <a:latin typeface="Calibri" panose="020F0502020204030204" pitchFamily="34" charset="0"/>
                <a:cs typeface="Calibri" panose="020F0502020204030204" pitchFamily="34" charset="0"/>
              </a:rPr>
              <a:t> transparency and timely communication to stake holders.</a:t>
            </a:r>
          </a:p>
          <a:p>
            <a:pPr algn="l"/>
            <a:r>
              <a:rPr lang="en-IN" b="0" i="0" dirty="0">
                <a:solidFill>
                  <a:schemeClr val="tx1"/>
                </a:solidFill>
                <a:effectLst/>
                <a:latin typeface="Calibri" panose="020F0502020204030204" pitchFamily="34" charset="0"/>
                <a:cs typeface="Calibri" panose="020F0502020204030204" pitchFamily="34" charset="0"/>
              </a:rPr>
              <a:t>       </a:t>
            </a:r>
          </a:p>
        </p:txBody>
      </p:sp>
      <p:sp>
        <p:nvSpPr>
          <p:cNvPr id="13" name="Oval 12">
            <a:extLst>
              <a:ext uri="{FF2B5EF4-FFF2-40B4-BE49-F238E27FC236}">
                <a16:creationId xmlns:a16="http://schemas.microsoft.com/office/drawing/2014/main" id="{BAC8AEFE-1173-B0C4-1B08-A4DD37198B72}"/>
              </a:ext>
            </a:extLst>
          </p:cNvPr>
          <p:cNvSpPr/>
          <p:nvPr/>
        </p:nvSpPr>
        <p:spPr>
          <a:xfrm>
            <a:off x="6294838" y="3931906"/>
            <a:ext cx="5043721" cy="2773693"/>
          </a:xfrm>
          <a:prstGeom prst="ellipse">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en-IN" b="0" i="0" dirty="0">
                <a:solidFill>
                  <a:schemeClr val="tx1"/>
                </a:solidFill>
                <a:effectLst/>
                <a:latin typeface="Calibri" panose="020F0502020204030204" pitchFamily="34" charset="0"/>
                <a:cs typeface="Calibri" panose="020F0502020204030204" pitchFamily="34" charset="0"/>
              </a:rPr>
              <a:t>                   Reporting Structure: </a:t>
            </a:r>
          </a:p>
          <a:p>
            <a:pPr algn="l"/>
            <a:endParaRPr lang="en-US" b="0" i="0" dirty="0">
              <a:solidFill>
                <a:srgbClr val="0F0F0F"/>
              </a:solidFill>
              <a:effectLst/>
              <a:latin typeface="Söhne"/>
            </a:endParaRPr>
          </a:p>
          <a:p>
            <a:pPr marL="285750" indent="-285750" algn="l">
              <a:buFont typeface="Arial" panose="020B0604020202020204" pitchFamily="34" charset="0"/>
              <a:buChar char="•"/>
            </a:pPr>
            <a:r>
              <a:rPr lang="en-US" b="0" i="0" dirty="0">
                <a:solidFill>
                  <a:srgbClr val="0F0F0F"/>
                </a:solidFill>
                <a:effectLst/>
                <a:latin typeface="Söhne"/>
              </a:rPr>
              <a:t>Identified who is responsible for overseeing risk-related activities.</a:t>
            </a:r>
          </a:p>
          <a:p>
            <a:pPr marL="285750" indent="-285750" algn="l">
              <a:buFont typeface="Arial" panose="020B0604020202020204" pitchFamily="34" charset="0"/>
              <a:buChar char="•"/>
            </a:pPr>
            <a:r>
              <a:rPr lang="en-US" dirty="0">
                <a:solidFill>
                  <a:srgbClr val="0F0F0F"/>
                </a:solidFill>
                <a:latin typeface="Söhne"/>
                <a:cs typeface="Calibri" panose="020F0502020204030204" pitchFamily="34" charset="0"/>
              </a:rPr>
              <a:t>Emphasized the iterative nature of risk management and continuous improvement been updated throughout the project.</a:t>
            </a:r>
            <a:endParaRPr lang="en-IN" dirty="0">
              <a:solidFill>
                <a:schemeClr val="tx1"/>
              </a:solidFill>
              <a:latin typeface="Calibri" panose="020F0502020204030204" pitchFamily="34" charset="0"/>
              <a:cs typeface="Calibri" panose="020F0502020204030204" pitchFamily="34" charset="0"/>
            </a:endParaRPr>
          </a:p>
          <a:p>
            <a:pPr algn="l"/>
            <a:r>
              <a:rPr lang="en-IN" sz="1400" b="0" i="0" dirty="0">
                <a:solidFill>
                  <a:schemeClr val="tx1"/>
                </a:solidFill>
                <a:effectLst/>
                <a:latin typeface="Calibri" panose="020F0502020204030204" pitchFamily="34" charset="0"/>
                <a:cs typeface="Calibri" panose="020F0502020204030204" pitchFamily="34" charset="0"/>
              </a:rPr>
              <a:t> </a:t>
            </a:r>
          </a:p>
        </p:txBody>
      </p:sp>
    </p:spTree>
    <p:extLst>
      <p:ext uri="{BB962C8B-B14F-4D97-AF65-F5344CB8AC3E}">
        <p14:creationId xmlns:p14="http://schemas.microsoft.com/office/powerpoint/2010/main" val="1818876703"/>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extBox 1"/>
          <p:cNvSpPr txBox="1"/>
          <p:nvPr/>
        </p:nvSpPr>
        <p:spPr>
          <a:xfrm>
            <a:off x="457200" y="195943"/>
            <a:ext cx="10809514" cy="5755422"/>
          </a:xfrm>
          <a:prstGeom prst="rect">
            <a:avLst/>
          </a:prstGeom>
          <a:noFill/>
        </p:spPr>
        <p:txBody>
          <a:bodyPr wrap="square" rtlCol="0">
            <a:spAutoFit/>
          </a:bodyPr>
          <a:lstStyle/>
          <a:p>
            <a:pPr algn="just"/>
            <a:r>
              <a:rPr lang="en-US" sz="1600" b="1" dirty="0">
                <a:latin typeface="Times New Roman" panose="02020603050405020304" pitchFamily="18" charset="0"/>
                <a:cs typeface="Times New Roman" panose="02020603050405020304" pitchFamily="18" charset="0"/>
              </a:rPr>
              <a:t>                                                          </a:t>
            </a:r>
          </a:p>
          <a:p>
            <a:pPr algn="just"/>
            <a:r>
              <a:rPr lang="en-US" sz="1600" b="1" dirty="0">
                <a:latin typeface="Times New Roman" panose="02020603050405020304" pitchFamily="18" charset="0"/>
                <a:cs typeface="Times New Roman" panose="02020603050405020304" pitchFamily="18" charset="0"/>
              </a:rPr>
              <a:t>                                                                          </a:t>
            </a:r>
            <a:r>
              <a:rPr lang="en-US" sz="1600" b="1" u="sng" dirty="0">
                <a:solidFill>
                  <a:srgbClr val="FF0000"/>
                </a:solidFill>
                <a:latin typeface="Times New Roman" panose="02020603050405020304" pitchFamily="18" charset="0"/>
                <a:cs typeface="Times New Roman" panose="02020603050405020304" pitchFamily="18" charset="0"/>
              </a:rPr>
              <a:t>PROJECT EXECUTION</a:t>
            </a:r>
          </a:p>
          <a:p>
            <a:pPr algn="just"/>
            <a:endParaRPr lang="en-US" sz="1600" b="1" dirty="0">
              <a:latin typeface="Times New Roman" panose="02020603050405020304" pitchFamily="18" charset="0"/>
              <a:cs typeface="Times New Roman" panose="02020603050405020304" pitchFamily="18" charset="0"/>
            </a:endParaRPr>
          </a:p>
          <a:p>
            <a:pPr algn="just"/>
            <a:r>
              <a:rPr lang="en-US" sz="1600" b="1" dirty="0">
                <a:latin typeface="Times New Roman" panose="02020603050405020304" pitchFamily="18" charset="0"/>
                <a:cs typeface="Times New Roman" panose="02020603050405020304" pitchFamily="18" charset="0"/>
              </a:rPr>
              <a:t>Mobile app design:</a:t>
            </a:r>
          </a:p>
          <a:p>
            <a:pPr algn="just"/>
            <a:r>
              <a:rPr lang="en-US" sz="1600" dirty="0">
                <a:latin typeface="Times New Roman" panose="02020603050405020304" pitchFamily="18" charset="0"/>
                <a:cs typeface="Times New Roman" panose="02020603050405020304" pitchFamily="18" charset="0"/>
              </a:rPr>
              <a:t>In the initial project phase, we prioritize creating a user-friendly and engaging mobile app through collaborative design sessions. We employ iterative processes, including wireframing and mockups, with continuous feedback loops to refine the app's structure. Our focus is on deliberate visual choices for consistency, brand recognition, and an intuitive user experience, ensuring appeal to our target audience.</a:t>
            </a:r>
          </a:p>
          <a:p>
            <a:pPr algn="just"/>
            <a:endParaRPr lang="en-US" sz="1600" b="1" dirty="0">
              <a:latin typeface="Times New Roman" panose="02020603050405020304" pitchFamily="18" charset="0"/>
              <a:cs typeface="Times New Roman" panose="02020603050405020304" pitchFamily="18" charset="0"/>
            </a:endParaRPr>
          </a:p>
          <a:p>
            <a:pPr algn="just"/>
            <a:r>
              <a:rPr lang="en-US" sz="1600" b="1" dirty="0">
                <a:latin typeface="Times New Roman" panose="02020603050405020304" pitchFamily="18" charset="0"/>
                <a:cs typeface="Times New Roman" panose="02020603050405020304" pitchFamily="18" charset="0"/>
              </a:rPr>
              <a:t>Developing Mobile Application:</a:t>
            </a:r>
          </a:p>
          <a:p>
            <a:pPr algn="just"/>
            <a:r>
              <a:rPr lang="en-US" sz="1600" dirty="0">
                <a:latin typeface="Times New Roman" panose="02020603050405020304" pitchFamily="18" charset="0"/>
                <a:cs typeface="Times New Roman" panose="02020603050405020304" pitchFamily="18" charset="0"/>
              </a:rPr>
              <a:t>In the development phase, we prioritize building a robust mobile application with a modern and responsive front-end using contemporary frameworks. Simultaneously, the back-end focuses on a scalable database structure and efficient server-side logic. Integration of key features like nutrition monitoring, activity tracking, and AI-driven recommendations is coupled with rigorous testing, ensuring early issue identification and optimization for enhanced performance.</a:t>
            </a:r>
          </a:p>
          <a:p>
            <a:pPr algn="just"/>
            <a:endParaRPr lang="en-US" sz="1600" b="1" dirty="0">
              <a:latin typeface="Times New Roman" panose="02020603050405020304" pitchFamily="18" charset="0"/>
              <a:cs typeface="Times New Roman" panose="02020603050405020304" pitchFamily="18" charset="0"/>
            </a:endParaRPr>
          </a:p>
          <a:p>
            <a:pPr algn="just"/>
            <a:r>
              <a:rPr lang="en-US" sz="1600" b="1" dirty="0">
                <a:latin typeface="Times New Roman" panose="02020603050405020304" pitchFamily="18" charset="0"/>
                <a:cs typeface="Times New Roman" panose="02020603050405020304" pitchFamily="18" charset="0"/>
              </a:rPr>
              <a:t>Mobile Application Testing:</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Testing is a crucial phase in ensuring our mobile application's success. We follow a comprehensive strategy, beginning with unit testing to thoroughly check individual components and functions. </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Next is integration testing, where we assess how different components interact seamlessly. </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Real-world scenarios come into play during User Acceptance Testing (UAT), where a select user group provides valuable feedback, refining the overall user experience. </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Lastly, performance testing evaluates scalability and responsiveness, enabling us to optimize the app for speed and efficiency. This thorough testing approach ensures our application is functional, user-friendly, and performs optimally.</a:t>
            </a:r>
          </a:p>
        </p:txBody>
      </p:sp>
    </p:spTree>
    <p:extLst>
      <p:ext uri="{BB962C8B-B14F-4D97-AF65-F5344CB8AC3E}">
        <p14:creationId xmlns:p14="http://schemas.microsoft.com/office/powerpoint/2010/main" val="616106404"/>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extBox 1"/>
          <p:cNvSpPr txBox="1"/>
          <p:nvPr/>
        </p:nvSpPr>
        <p:spPr>
          <a:xfrm>
            <a:off x="987875" y="563337"/>
            <a:ext cx="5976260" cy="5878532"/>
          </a:xfrm>
          <a:prstGeom prst="rect">
            <a:avLst/>
          </a:prstGeom>
          <a:noFill/>
        </p:spPr>
        <p:txBody>
          <a:bodyPr wrap="square" rtlCol="0">
            <a:spAutoFit/>
          </a:bodyPr>
          <a:lstStyle/>
          <a:p>
            <a:pPr algn="just"/>
            <a:r>
              <a:rPr lang="en-US" sz="1600" b="1">
                <a:latin typeface="Times New Roman" panose="02020603050405020304" pitchFamily="18" charset="0"/>
                <a:cs typeface="Times New Roman" panose="02020603050405020304" pitchFamily="18" charset="0"/>
              </a:rPr>
              <a:t>Launch preparation:</a:t>
            </a:r>
          </a:p>
          <a:p>
            <a:pPr marL="285750" indent="-285750" algn="just">
              <a:buFont typeface="Arial" panose="020B0604020202020204" pitchFamily="34" charset="0"/>
              <a:buChar char="•"/>
            </a:pPr>
            <a:r>
              <a:rPr lang="en-US" sz="1400">
                <a:latin typeface="Times New Roman" panose="02020603050405020304" pitchFamily="18" charset="0"/>
                <a:cs typeface="Times New Roman" panose="02020603050405020304" pitchFamily="18" charset="0"/>
              </a:rPr>
              <a:t>We create compelling marketing materials like videos, graphics, and social media content to build anticipation among our target audience. </a:t>
            </a:r>
          </a:p>
          <a:p>
            <a:pPr marL="285750" indent="-285750" algn="just">
              <a:buFont typeface="Arial" panose="020B0604020202020204" pitchFamily="34" charset="0"/>
              <a:buChar char="•"/>
            </a:pPr>
            <a:r>
              <a:rPr lang="en-US" sz="1400">
                <a:latin typeface="Times New Roman" panose="02020603050405020304" pitchFamily="18" charset="0"/>
                <a:cs typeface="Times New Roman" panose="02020603050405020304" pitchFamily="18" charset="0"/>
              </a:rPr>
              <a:t>Strategic social media campaigns and collaborations with influencers in health and parenting spaces help raise awareness and attract potential users. </a:t>
            </a:r>
          </a:p>
          <a:p>
            <a:pPr marL="285750" indent="-285750" algn="just">
              <a:buFont typeface="Arial" panose="020B0604020202020204" pitchFamily="34" charset="0"/>
              <a:buChar char="•"/>
            </a:pPr>
            <a:r>
              <a:rPr lang="en-US" sz="1400">
                <a:latin typeface="Times New Roman" panose="02020603050405020304" pitchFamily="18" charset="0"/>
                <a:cs typeface="Times New Roman" panose="02020603050405020304" pitchFamily="18" charset="0"/>
              </a:rPr>
              <a:t>Ensuring compliance with app store guidelines, submitting the app for review, and conducting pre-launch checks are vital steps to identify and address any issues that could impact performance.</a:t>
            </a:r>
          </a:p>
          <a:p>
            <a:pPr algn="just"/>
            <a:endParaRPr lang="en-US" sz="1600" b="1">
              <a:latin typeface="Times New Roman" panose="02020603050405020304" pitchFamily="18" charset="0"/>
              <a:cs typeface="Times New Roman" panose="02020603050405020304" pitchFamily="18" charset="0"/>
            </a:endParaRPr>
          </a:p>
          <a:p>
            <a:pPr algn="just"/>
            <a:r>
              <a:rPr lang="en-US" sz="1600" b="1">
                <a:latin typeface="Times New Roman" panose="02020603050405020304" pitchFamily="18" charset="0"/>
                <a:cs typeface="Times New Roman" panose="02020603050405020304" pitchFamily="18" charset="0"/>
              </a:rPr>
              <a:t>Post launch monitoring:    </a:t>
            </a:r>
          </a:p>
          <a:p>
            <a:pPr marL="285750" indent="-285750" algn="just">
              <a:buFont typeface="Arial" panose="020B0604020202020204" pitchFamily="34" charset="0"/>
              <a:buChar char="•"/>
            </a:pPr>
            <a:r>
              <a:rPr lang="en-US" sz="1400">
                <a:latin typeface="Times New Roman" panose="02020603050405020304" pitchFamily="18" charset="0"/>
                <a:cs typeface="Times New Roman" panose="02020603050405020304" pitchFamily="18" charset="0"/>
              </a:rPr>
              <a:t>Post-launch monitoring is a pivotal phase to ensure the sustained success of our mobile application. Through the implementation of app analytics, we meticulously track user behavior, engagement metrics, and key performance indicators. </a:t>
            </a:r>
          </a:p>
          <a:p>
            <a:pPr marL="285750" indent="-285750" algn="just">
              <a:buFont typeface="Arial" panose="020B0604020202020204" pitchFamily="34" charset="0"/>
              <a:buChar char="•"/>
            </a:pPr>
            <a:r>
              <a:rPr lang="en-US" sz="1400">
                <a:latin typeface="Times New Roman" panose="02020603050405020304" pitchFamily="18" charset="0"/>
                <a:cs typeface="Times New Roman" panose="02020603050405020304" pitchFamily="18" charset="0"/>
              </a:rPr>
              <a:t>Scheduled regular updates are part of our commitment to addressing bugs, introducing new features, and continually enhancing the app's functionality based on valuable user feedback and evolving needs. </a:t>
            </a:r>
          </a:p>
          <a:p>
            <a:pPr algn="just"/>
            <a:endParaRPr lang="en-US" sz="1400">
              <a:latin typeface="Times New Roman" panose="02020603050405020304" pitchFamily="18" charset="0"/>
              <a:cs typeface="Times New Roman" panose="02020603050405020304" pitchFamily="18" charset="0"/>
            </a:endParaRPr>
          </a:p>
          <a:p>
            <a:pPr algn="just"/>
            <a:r>
              <a:rPr lang="en-US" sz="1400">
                <a:latin typeface="Times New Roman" panose="02020603050405020304" pitchFamily="18" charset="0"/>
                <a:cs typeface="Times New Roman" panose="02020603050405020304" pitchFamily="18" charset="0"/>
              </a:rPr>
              <a:t>In conclusion, our project has seamlessly progressed through the critical phases of design, development, testing, and launch preparation. With a steadfast commitment to a user-focused approach, our collaborative efforts have resulted in the creation of a mobile application designed to positively impact children's health.                                                  </a:t>
            </a:r>
          </a:p>
          <a:p>
            <a:pPr algn="just"/>
            <a:endParaRPr lang="en-US" sz="1600" b="1" u="sng">
              <a:solidFill>
                <a:srgbClr val="FF0000"/>
              </a:solidFill>
              <a:latin typeface="Times New Roman" panose="02020603050405020304" pitchFamily="18" charset="0"/>
              <a:cs typeface="Times New Roman" panose="02020603050405020304" pitchFamily="18" charset="0"/>
            </a:endParaRPr>
          </a:p>
          <a:p>
            <a:pPr algn="just"/>
            <a:endParaRPr lang="en-US" sz="1600">
              <a:latin typeface="Times New Roman" panose="02020603050405020304" pitchFamily="18" charset="0"/>
              <a:cs typeface="Times New Roman" panose="02020603050405020304" pitchFamily="18" charset="0"/>
            </a:endParaRPr>
          </a:p>
          <a:p>
            <a:pPr algn="just"/>
            <a:endParaRPr lang="en-US" sz="160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45790" y="889907"/>
            <a:ext cx="4327760" cy="4327072"/>
          </a:xfrm>
          <a:prstGeom prst="rect">
            <a:avLst/>
          </a:prstGeom>
        </p:spPr>
      </p:pic>
    </p:spTree>
    <p:extLst>
      <p:ext uri="{BB962C8B-B14F-4D97-AF65-F5344CB8AC3E}">
        <p14:creationId xmlns:p14="http://schemas.microsoft.com/office/powerpoint/2010/main" val="2162708526"/>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FBC8950-CA69-D85F-B61C-6DB8CE27B84C}"/>
              </a:ext>
            </a:extLst>
          </p:cNvPr>
          <p:cNvSpPr/>
          <p:nvPr/>
        </p:nvSpPr>
        <p:spPr>
          <a:xfrm>
            <a:off x="3200399" y="2813436"/>
            <a:ext cx="8991601" cy="124019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defPPr>
              <a:defRPr lang="en-US"/>
            </a:defPPr>
            <a:lvl1pPr marL="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dk1"/>
                </a:solidFill>
                <a:uLnTx/>
                <a:uFillTx/>
                <a:latin typeface="Garamond" panose="02020404030301010803"/>
                <a:ea typeface="Arial"/>
                <a:cs typeface="Arial"/>
                <a:sym typeface="Wingdings"/>
              </a:defRPr>
            </a:lvl1pPr>
            <a:lvl2pPr marL="4572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dk1"/>
                </a:solidFill>
                <a:uLnTx/>
                <a:uFillTx/>
                <a:latin typeface="Garamond" panose="02020404030301010803"/>
                <a:ea typeface="Arial"/>
                <a:cs typeface="Arial"/>
                <a:sym typeface="Wingdings"/>
              </a:defRPr>
            </a:lvl2pPr>
            <a:lvl3pPr marL="9144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dk1"/>
                </a:solidFill>
                <a:uLnTx/>
                <a:uFillTx/>
                <a:latin typeface="Garamond" panose="02020404030301010803"/>
                <a:ea typeface="Arial"/>
                <a:cs typeface="Arial"/>
                <a:sym typeface="Wingdings"/>
              </a:defRPr>
            </a:lvl3pPr>
            <a:lvl4pPr marL="13716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dk1"/>
                </a:solidFill>
                <a:uLnTx/>
                <a:uFillTx/>
                <a:latin typeface="Garamond" panose="02020404030301010803"/>
                <a:ea typeface="Arial"/>
                <a:cs typeface="Arial"/>
                <a:sym typeface="Wingdings"/>
              </a:defRPr>
            </a:lvl4pPr>
            <a:lvl5pPr marL="18288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dk1"/>
                </a:solidFill>
                <a:uLnTx/>
                <a:uFillTx/>
                <a:latin typeface="Garamond" panose="02020404030301010803"/>
                <a:ea typeface="Arial"/>
                <a:cs typeface="Arial"/>
                <a:sym typeface="Wingdings"/>
              </a:defRPr>
            </a:lvl5pPr>
            <a:lvl6pPr marL="22860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dk1"/>
                </a:solidFill>
                <a:uLnTx/>
                <a:uFillTx/>
                <a:latin typeface="Garamond" panose="02020404030301010803"/>
                <a:ea typeface="Arial"/>
                <a:cs typeface="Arial"/>
                <a:sym typeface="Wingdings"/>
              </a:defRPr>
            </a:lvl6pPr>
            <a:lvl7pPr marL="27432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dk1"/>
                </a:solidFill>
                <a:uLnTx/>
                <a:uFillTx/>
                <a:latin typeface="Garamond" panose="02020404030301010803"/>
                <a:ea typeface="Arial"/>
                <a:cs typeface="Arial"/>
                <a:sym typeface="Wingdings"/>
              </a:defRPr>
            </a:lvl7pPr>
            <a:lvl8pPr marL="32004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dk1"/>
                </a:solidFill>
                <a:uLnTx/>
                <a:uFillTx/>
                <a:latin typeface="Garamond" panose="02020404030301010803"/>
                <a:ea typeface="Arial"/>
                <a:cs typeface="Arial"/>
                <a:sym typeface="Wingdings"/>
              </a:defRPr>
            </a:lvl8pPr>
            <a:lvl9pPr marL="36576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dk1"/>
                </a:solidFill>
                <a:uLnTx/>
                <a:uFillTx/>
                <a:latin typeface="Garamond" panose="02020404030301010803"/>
                <a:ea typeface="Arial"/>
                <a:cs typeface="Arial"/>
                <a:sym typeface="Wingdings"/>
              </a:defRPr>
            </a:lvl9pPr>
          </a:lstStyle>
          <a:p>
            <a:pPr algn="ctr"/>
            <a:endParaRPr lang="en-IN"/>
          </a:p>
        </p:txBody>
      </p:sp>
      <p:sp>
        <p:nvSpPr>
          <p:cNvPr id="8" name="Rectangle 7">
            <a:extLst>
              <a:ext uri="{FF2B5EF4-FFF2-40B4-BE49-F238E27FC236}">
                <a16:creationId xmlns:a16="http://schemas.microsoft.com/office/drawing/2014/main" id="{9EF5E9D4-DF66-3263-7C2B-5C2888979BD1}"/>
              </a:ext>
            </a:extLst>
          </p:cNvPr>
          <p:cNvSpPr/>
          <p:nvPr/>
        </p:nvSpPr>
        <p:spPr>
          <a:xfrm>
            <a:off x="3200399" y="2813436"/>
            <a:ext cx="8991601" cy="124760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defPPr>
              <a:defRPr lang="en-US"/>
            </a:defPPr>
            <a:lvl1pPr marL="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dk1"/>
                </a:solidFill>
                <a:uLnTx/>
                <a:uFillTx/>
                <a:latin typeface="Garamond" panose="02020404030301010803"/>
                <a:ea typeface="Arial"/>
                <a:cs typeface="Arial"/>
                <a:sym typeface="Wingdings"/>
              </a:defRPr>
            </a:lvl1pPr>
            <a:lvl2pPr marL="4572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dk1"/>
                </a:solidFill>
                <a:uLnTx/>
                <a:uFillTx/>
                <a:latin typeface="Garamond" panose="02020404030301010803"/>
                <a:ea typeface="Arial"/>
                <a:cs typeface="Arial"/>
                <a:sym typeface="Wingdings"/>
              </a:defRPr>
            </a:lvl2pPr>
            <a:lvl3pPr marL="9144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dk1"/>
                </a:solidFill>
                <a:uLnTx/>
                <a:uFillTx/>
                <a:latin typeface="Garamond" panose="02020404030301010803"/>
                <a:ea typeface="Arial"/>
                <a:cs typeface="Arial"/>
                <a:sym typeface="Wingdings"/>
              </a:defRPr>
            </a:lvl3pPr>
            <a:lvl4pPr marL="13716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dk1"/>
                </a:solidFill>
                <a:uLnTx/>
                <a:uFillTx/>
                <a:latin typeface="Garamond" panose="02020404030301010803"/>
                <a:ea typeface="Arial"/>
                <a:cs typeface="Arial"/>
                <a:sym typeface="Wingdings"/>
              </a:defRPr>
            </a:lvl4pPr>
            <a:lvl5pPr marL="18288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dk1"/>
                </a:solidFill>
                <a:uLnTx/>
                <a:uFillTx/>
                <a:latin typeface="Garamond" panose="02020404030301010803"/>
                <a:ea typeface="Arial"/>
                <a:cs typeface="Arial"/>
                <a:sym typeface="Wingdings"/>
              </a:defRPr>
            </a:lvl5pPr>
            <a:lvl6pPr marL="22860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dk1"/>
                </a:solidFill>
                <a:uLnTx/>
                <a:uFillTx/>
                <a:latin typeface="Garamond" panose="02020404030301010803"/>
                <a:ea typeface="Arial"/>
                <a:cs typeface="Arial"/>
                <a:sym typeface="Wingdings"/>
              </a:defRPr>
            </a:lvl6pPr>
            <a:lvl7pPr marL="27432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dk1"/>
                </a:solidFill>
                <a:uLnTx/>
                <a:uFillTx/>
                <a:latin typeface="Garamond" panose="02020404030301010803"/>
                <a:ea typeface="Arial"/>
                <a:cs typeface="Arial"/>
                <a:sym typeface="Wingdings"/>
              </a:defRPr>
            </a:lvl7pPr>
            <a:lvl8pPr marL="32004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dk1"/>
                </a:solidFill>
                <a:uLnTx/>
                <a:uFillTx/>
                <a:latin typeface="Garamond" panose="02020404030301010803"/>
                <a:ea typeface="Arial"/>
                <a:cs typeface="Arial"/>
                <a:sym typeface="Wingdings"/>
              </a:defRPr>
            </a:lvl8pPr>
            <a:lvl9pPr marL="36576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dk1"/>
                </a:solidFill>
                <a:uLnTx/>
                <a:uFillTx/>
                <a:latin typeface="Garamond" panose="02020404030301010803"/>
                <a:ea typeface="Arial"/>
                <a:cs typeface="Arial"/>
                <a:sym typeface="Wingdings"/>
              </a:defRPr>
            </a:lvl9pPr>
          </a:lstStyle>
          <a:p>
            <a:pPr algn="ctr"/>
            <a:endParaRPr lang="en-IN"/>
          </a:p>
        </p:txBody>
      </p:sp>
      <p:pic>
        <p:nvPicPr>
          <p:cNvPr id="4" name="Picture 3">
            <a:extLst>
              <a:ext uri="{FF2B5EF4-FFF2-40B4-BE49-F238E27FC236}">
                <a16:creationId xmlns:a16="http://schemas.microsoft.com/office/drawing/2014/main" id="{4C83E68A-495F-EEEA-7987-2147AB8131AB}"/>
              </a:ext>
            </a:extLst>
          </p:cNvPr>
          <p:cNvPicPr>
            <a:picLocks noChangeAspect="1"/>
          </p:cNvPicPr>
          <p:nvPr/>
        </p:nvPicPr>
        <p:blipFill>
          <a:blip r:embed="rId2">
            <a:alphaModFix/>
          </a:blip>
          <a:srcRect t="30768" r="379"/>
          <a:stretch>
            <a:fillRect/>
          </a:stretch>
        </p:blipFill>
        <p:spPr>
          <a:xfrm>
            <a:off x="-1" y="0"/>
            <a:ext cx="10023677" cy="6900132"/>
          </a:xfrm>
          <a:prstGeom prst="rect">
            <a:avLst/>
          </a:prstGeo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a:effectLst>
            <a:outerShdw blurRad="50800" dist="50800" dir="5400000" algn="ctr" rotWithShape="0">
              <a:srgbClr val="000000">
                <a:alpha val="62000"/>
              </a:srgbClr>
            </a:outerShdw>
          </a:effectLst>
        </p:spPr>
      </p:pic>
      <p:sp>
        <p:nvSpPr>
          <p:cNvPr id="5" name="Title 1">
            <a:extLst>
              <a:ext uri="{FF2B5EF4-FFF2-40B4-BE49-F238E27FC236}">
                <a16:creationId xmlns:a16="http://schemas.microsoft.com/office/drawing/2014/main" id="{99313091-A227-DFA8-9FD2-5507943021B9}"/>
              </a:ext>
            </a:extLst>
          </p:cNvPr>
          <p:cNvSpPr txBox="1"/>
          <p:nvPr/>
        </p:nvSpPr>
        <p:spPr>
          <a:xfrm>
            <a:off x="3200400" y="2811053"/>
            <a:ext cx="8991600" cy="1261295"/>
          </a:xfrm>
          <a:prstGeom prst="rect">
            <a:avLst/>
          </a:prstGeom>
          <a:solidFill>
            <a:schemeClr val="bg1"/>
          </a:solidFill>
        </p:spPr>
        <p:txBody>
          <a:bodyPr vert="horz" lIns="180000" tIns="180000" rIns="252000" bIns="180000" rtlCol="0" anchor="t">
            <a:noAutofit/>
          </a:bodyPr>
          <a:lstStyle>
            <a:defPPr>
              <a:defRPr lang="en-US"/>
            </a:defPPr>
            <a:lvl1pPr marL="0" algn="r" defTabSz="914400" rtl="0" eaLnBrk="1" latinLnBrk="0" hangingPunct="1">
              <a:lnSpc>
                <a:spcPct val="90000"/>
              </a:lnSpc>
              <a:spcBef>
                <a:spcPct val="0"/>
              </a:spcBef>
              <a:buNone/>
              <a:defRPr lang="en-ZA" sz="5000" b="1" kern="1200" spc="-300" baseline="0">
                <a:solidFill>
                  <a:schemeClr val="tx1"/>
                </a:solidFill>
                <a:latin typeface="+mj-lt"/>
                <a:ea typeface="+mj-ea"/>
                <a:cs typeface="+mj-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atin typeface="Algerian" panose="04020705040A02060702" pitchFamily="82" charset="0"/>
              </a:rPr>
              <a:t>MONITORING   &amp;   CONTROLLING </a:t>
            </a:r>
          </a:p>
        </p:txBody>
      </p:sp>
      <p:sp>
        <p:nvSpPr>
          <p:cNvPr id="6" name="Subtitle 2">
            <a:extLst>
              <a:ext uri="{FF2B5EF4-FFF2-40B4-BE49-F238E27FC236}">
                <a16:creationId xmlns:a16="http://schemas.microsoft.com/office/drawing/2014/main" id="{B30EEF99-7A93-8AA9-DB66-F3AAFDBF9904}"/>
              </a:ext>
            </a:extLst>
          </p:cNvPr>
          <p:cNvSpPr txBox="1"/>
          <p:nvPr/>
        </p:nvSpPr>
        <p:spPr>
          <a:xfrm>
            <a:off x="3200399" y="4061039"/>
            <a:ext cx="9149788" cy="580921"/>
          </a:xfrm>
          <a:prstGeom prst="rect">
            <a:avLst/>
          </a:prstGeom>
          <a:solidFill>
            <a:schemeClr val="tx1">
              <a:alpha val="80000"/>
            </a:schemeClr>
          </a:solidFill>
        </p:spPr>
        <p:txBody>
          <a:bodyPr vert="horz" lIns="180000" tIns="180000" rIns="180000" bIns="180000" rtlCol="0">
            <a:noAutofit/>
          </a:bodyPr>
          <a:lstStyle>
            <a:defPPr>
              <a:defRPr lang="en-US"/>
            </a:defPPr>
            <a:lvl1pPr marL="0" indent="0" algn="r" defTabSz="914400" rtl="0" eaLnBrk="1" latinLnBrk="0" hangingPunct="1">
              <a:lnSpc>
                <a:spcPct val="90000"/>
              </a:lnSpc>
              <a:spcBef>
                <a:spcPts val="1000"/>
              </a:spcBef>
              <a:buFont typeface="Arial" panose="020B0604020202020204" pitchFamily="34" charset="0"/>
              <a:buNone/>
              <a:defRPr lang="en-ZA" sz="2400" kern="1200">
                <a:solidFill>
                  <a:schemeClr val="bg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66700" indent="-266700" algn="ctr"/>
            <a:r>
              <a:rPr lang="en-US" b="1"/>
              <a:t>Little Sprouts - Nurturing Healthy Champs Application.</a:t>
            </a:r>
            <a:endParaRPr lang="en-US"/>
          </a:p>
        </p:txBody>
      </p:sp>
      <p:sp>
        <p:nvSpPr>
          <p:cNvPr id="7" name="Rectangle 6">
            <a:extLst>
              <a:ext uri="{FF2B5EF4-FFF2-40B4-BE49-F238E27FC236}">
                <a16:creationId xmlns:a16="http://schemas.microsoft.com/office/drawing/2014/main" id="{B5168C9E-CBDB-017C-182F-E10233E06C3C}"/>
              </a:ext>
            </a:extLst>
          </p:cNvPr>
          <p:cNvSpPr/>
          <p:nvPr/>
        </p:nvSpPr>
        <p:spPr>
          <a:xfrm>
            <a:off x="10023676" y="2592729"/>
            <a:ext cx="2168324" cy="22070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1pPr>
            <a:lvl2pPr marL="4572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2pPr>
            <a:lvl3pPr marL="9144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3pPr>
            <a:lvl4pPr marL="13716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4pPr>
            <a:lvl5pPr marL="18288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5pPr>
            <a:lvl6pPr marL="22860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6pPr>
            <a:lvl7pPr marL="27432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7pPr>
            <a:lvl8pPr marL="32004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8pPr>
            <a:lvl9pPr marL="36576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9pPr>
          </a:lstStyle>
          <a:p>
            <a:pPr algn="ctr"/>
            <a:endParaRPr lang="en-US" noProof="0"/>
          </a:p>
        </p:txBody>
      </p:sp>
      <p:sp>
        <p:nvSpPr>
          <p:cNvPr id="9" name="TextBox 8">
            <a:extLst>
              <a:ext uri="{FF2B5EF4-FFF2-40B4-BE49-F238E27FC236}">
                <a16:creationId xmlns:a16="http://schemas.microsoft.com/office/drawing/2014/main" id="{9DB6C3CA-B8EE-0D14-EDED-85290BB3746B}"/>
              </a:ext>
            </a:extLst>
          </p:cNvPr>
          <p:cNvSpPr txBox="1"/>
          <p:nvPr/>
        </p:nvSpPr>
        <p:spPr>
          <a:xfrm>
            <a:off x="9591556" y="6536455"/>
            <a:ext cx="2758631" cy="369332"/>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dirty="0" err="1"/>
              <a:t>www.projectpractical.com</a:t>
            </a:r>
            <a:endParaRPr lang="en-IN" dirty="0"/>
          </a:p>
        </p:txBody>
      </p:sp>
      <p:sp>
        <p:nvSpPr>
          <p:cNvPr id="10" name="Rectangle 9">
            <a:extLst>
              <a:ext uri="{FF2B5EF4-FFF2-40B4-BE49-F238E27FC236}">
                <a16:creationId xmlns:a16="http://schemas.microsoft.com/office/drawing/2014/main" id="{EA4CB2D8-B19D-DE8D-7ECD-9B86C06C9991}"/>
              </a:ext>
            </a:extLst>
          </p:cNvPr>
          <p:cNvSpPr/>
          <p:nvPr/>
        </p:nvSpPr>
        <p:spPr>
          <a:xfrm>
            <a:off x="0" y="6838076"/>
            <a:ext cx="9433368" cy="546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1pPr>
            <a:lvl2pPr marL="4572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2pPr>
            <a:lvl3pPr marL="9144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3pPr>
            <a:lvl4pPr marL="13716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4pPr>
            <a:lvl5pPr marL="18288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5pPr>
            <a:lvl6pPr marL="22860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6pPr>
            <a:lvl7pPr marL="27432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7pPr>
            <a:lvl8pPr marL="32004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8pPr>
            <a:lvl9pPr marL="36576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9pPr>
          </a:lstStyle>
          <a:p>
            <a:pPr algn="ctr"/>
            <a:endParaRPr lang="en-US" noProof="0"/>
          </a:p>
        </p:txBody>
      </p:sp>
      <p:sp>
        <p:nvSpPr>
          <p:cNvPr id="11" name="Rectangle 10">
            <a:extLst>
              <a:ext uri="{FF2B5EF4-FFF2-40B4-BE49-F238E27FC236}">
                <a16:creationId xmlns:a16="http://schemas.microsoft.com/office/drawing/2014/main" id="{887967CC-925E-2D04-DD23-51D5047F32BE}"/>
              </a:ext>
            </a:extLst>
          </p:cNvPr>
          <p:cNvSpPr/>
          <p:nvPr/>
        </p:nvSpPr>
        <p:spPr>
          <a:xfrm>
            <a:off x="9433368" y="6838076"/>
            <a:ext cx="2758632" cy="5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1pPr>
            <a:lvl2pPr marL="4572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2pPr>
            <a:lvl3pPr marL="9144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3pPr>
            <a:lvl4pPr marL="13716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4pPr>
            <a:lvl5pPr marL="18288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5pPr>
            <a:lvl6pPr marL="22860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6pPr>
            <a:lvl7pPr marL="27432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7pPr>
            <a:lvl8pPr marL="32004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8pPr>
            <a:lvl9pPr marL="36576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9pPr>
          </a:lstStyle>
          <a:p>
            <a:pPr algn="ctr"/>
            <a:endParaRPr lang="en-US" noProof="0"/>
          </a:p>
        </p:txBody>
      </p:sp>
    </p:spTree>
    <p:extLst>
      <p:ext uri="{BB962C8B-B14F-4D97-AF65-F5344CB8AC3E}">
        <p14:creationId xmlns:p14="http://schemas.microsoft.com/office/powerpoint/2010/main" val="383103136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E0DA1ED2-ACDA-08CC-7544-4BC41ED7C42D}"/>
              </a:ext>
            </a:extLst>
          </p:cNvPr>
          <p:cNvSpPr/>
          <p:nvPr/>
        </p:nvSpPr>
        <p:spPr>
          <a:xfrm>
            <a:off x="6310443" y="0"/>
            <a:ext cx="5881556" cy="4253695"/>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defPPr>
              <a:defRPr lang="en-US"/>
            </a:defPPr>
            <a:lvl1pPr marL="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dk1"/>
                </a:solidFill>
                <a:uLnTx/>
                <a:uFillTx/>
                <a:latin typeface="Garamond" panose="02020404030301010803"/>
                <a:ea typeface="Arial"/>
                <a:cs typeface="Arial"/>
                <a:sym typeface="Wingdings"/>
              </a:defRPr>
            </a:lvl1pPr>
            <a:lvl2pPr marL="4572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dk1"/>
                </a:solidFill>
                <a:uLnTx/>
                <a:uFillTx/>
                <a:latin typeface="Garamond" panose="02020404030301010803"/>
                <a:ea typeface="Arial"/>
                <a:cs typeface="Arial"/>
                <a:sym typeface="Wingdings"/>
              </a:defRPr>
            </a:lvl2pPr>
            <a:lvl3pPr marL="9144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dk1"/>
                </a:solidFill>
                <a:uLnTx/>
                <a:uFillTx/>
                <a:latin typeface="Garamond" panose="02020404030301010803"/>
                <a:ea typeface="Arial"/>
                <a:cs typeface="Arial"/>
                <a:sym typeface="Wingdings"/>
              </a:defRPr>
            </a:lvl3pPr>
            <a:lvl4pPr marL="13716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dk1"/>
                </a:solidFill>
                <a:uLnTx/>
                <a:uFillTx/>
                <a:latin typeface="Garamond" panose="02020404030301010803"/>
                <a:ea typeface="Arial"/>
                <a:cs typeface="Arial"/>
                <a:sym typeface="Wingdings"/>
              </a:defRPr>
            </a:lvl4pPr>
            <a:lvl5pPr marL="18288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dk1"/>
                </a:solidFill>
                <a:uLnTx/>
                <a:uFillTx/>
                <a:latin typeface="Garamond" panose="02020404030301010803"/>
                <a:ea typeface="Arial"/>
                <a:cs typeface="Arial"/>
                <a:sym typeface="Wingdings"/>
              </a:defRPr>
            </a:lvl5pPr>
            <a:lvl6pPr marL="22860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dk1"/>
                </a:solidFill>
                <a:uLnTx/>
                <a:uFillTx/>
                <a:latin typeface="Garamond" panose="02020404030301010803"/>
                <a:ea typeface="Arial"/>
                <a:cs typeface="Arial"/>
                <a:sym typeface="Wingdings"/>
              </a:defRPr>
            </a:lvl6pPr>
            <a:lvl7pPr marL="27432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dk1"/>
                </a:solidFill>
                <a:uLnTx/>
                <a:uFillTx/>
                <a:latin typeface="Garamond" panose="02020404030301010803"/>
                <a:ea typeface="Arial"/>
                <a:cs typeface="Arial"/>
                <a:sym typeface="Wingdings"/>
              </a:defRPr>
            </a:lvl7pPr>
            <a:lvl8pPr marL="32004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dk1"/>
                </a:solidFill>
                <a:uLnTx/>
                <a:uFillTx/>
                <a:latin typeface="Garamond" panose="02020404030301010803"/>
                <a:ea typeface="Arial"/>
                <a:cs typeface="Arial"/>
                <a:sym typeface="Wingdings"/>
              </a:defRPr>
            </a:lvl8pPr>
            <a:lvl9pPr marL="36576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dk1"/>
                </a:solidFill>
                <a:uLnTx/>
                <a:uFillTx/>
                <a:latin typeface="Garamond" panose="02020404030301010803"/>
                <a:ea typeface="Arial"/>
                <a:cs typeface="Arial"/>
                <a:sym typeface="Wingdings"/>
              </a:defRPr>
            </a:lvl9pPr>
          </a:lstStyle>
          <a:p>
            <a:pPr algn="ctr"/>
            <a:endParaRPr lang="en-IN"/>
          </a:p>
        </p:txBody>
      </p:sp>
      <p:sp>
        <p:nvSpPr>
          <p:cNvPr id="10" name="Rectangle: Rounded Corners 9">
            <a:extLst>
              <a:ext uri="{FF2B5EF4-FFF2-40B4-BE49-F238E27FC236}">
                <a16:creationId xmlns:a16="http://schemas.microsoft.com/office/drawing/2014/main" id="{C4CC7A48-9207-0D39-9D34-659139BA1CD9}"/>
              </a:ext>
            </a:extLst>
          </p:cNvPr>
          <p:cNvSpPr/>
          <p:nvPr/>
        </p:nvSpPr>
        <p:spPr>
          <a:xfrm>
            <a:off x="0" y="0"/>
            <a:ext cx="6235700" cy="4216407"/>
          </a:xfrm>
          <a:prstGeom prst="roundRect">
            <a:avLst/>
          </a:prstGeom>
          <a:ln>
            <a:solidFill>
              <a:schemeClr val="accent1">
                <a:lumMod val="50000"/>
              </a:schemeClr>
            </a:solidFill>
          </a:ln>
        </p:spPr>
        <p:style>
          <a:lnRef idx="2">
            <a:schemeClr val="accent6"/>
          </a:lnRef>
          <a:fillRef idx="1">
            <a:schemeClr val="lt1"/>
          </a:fillRef>
          <a:effectRef idx="0">
            <a:schemeClr val="accent6"/>
          </a:effectRef>
          <a:fontRef idx="minor">
            <a:schemeClr val="dk1"/>
          </a:fontRef>
        </p:style>
        <p:txBody>
          <a:bodyPr rtlCol="0" anchor="ctr"/>
          <a:lstStyle>
            <a:defPPr>
              <a:defRPr lang="en-US"/>
            </a:defPPr>
            <a:lvl1pPr marL="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dk1"/>
                </a:solidFill>
                <a:uLnTx/>
                <a:uFillTx/>
                <a:latin typeface="Garamond" panose="02020404030301010803"/>
                <a:ea typeface="Arial"/>
                <a:cs typeface="Arial"/>
                <a:sym typeface="Wingdings"/>
              </a:defRPr>
            </a:lvl1pPr>
            <a:lvl2pPr marL="4572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dk1"/>
                </a:solidFill>
                <a:uLnTx/>
                <a:uFillTx/>
                <a:latin typeface="Garamond" panose="02020404030301010803"/>
                <a:ea typeface="Arial"/>
                <a:cs typeface="Arial"/>
                <a:sym typeface="Wingdings"/>
              </a:defRPr>
            </a:lvl2pPr>
            <a:lvl3pPr marL="9144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dk1"/>
                </a:solidFill>
                <a:uLnTx/>
                <a:uFillTx/>
                <a:latin typeface="Garamond" panose="02020404030301010803"/>
                <a:ea typeface="Arial"/>
                <a:cs typeface="Arial"/>
                <a:sym typeface="Wingdings"/>
              </a:defRPr>
            </a:lvl3pPr>
            <a:lvl4pPr marL="13716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dk1"/>
                </a:solidFill>
                <a:uLnTx/>
                <a:uFillTx/>
                <a:latin typeface="Garamond" panose="02020404030301010803"/>
                <a:ea typeface="Arial"/>
                <a:cs typeface="Arial"/>
                <a:sym typeface="Wingdings"/>
              </a:defRPr>
            </a:lvl4pPr>
            <a:lvl5pPr marL="18288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dk1"/>
                </a:solidFill>
                <a:uLnTx/>
                <a:uFillTx/>
                <a:latin typeface="Garamond" panose="02020404030301010803"/>
                <a:ea typeface="Arial"/>
                <a:cs typeface="Arial"/>
                <a:sym typeface="Wingdings"/>
              </a:defRPr>
            </a:lvl5pPr>
            <a:lvl6pPr marL="22860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dk1"/>
                </a:solidFill>
                <a:uLnTx/>
                <a:uFillTx/>
                <a:latin typeface="Garamond" panose="02020404030301010803"/>
                <a:ea typeface="Arial"/>
                <a:cs typeface="Arial"/>
                <a:sym typeface="Wingdings"/>
              </a:defRPr>
            </a:lvl6pPr>
            <a:lvl7pPr marL="27432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dk1"/>
                </a:solidFill>
                <a:uLnTx/>
                <a:uFillTx/>
                <a:latin typeface="Garamond" panose="02020404030301010803"/>
                <a:ea typeface="Arial"/>
                <a:cs typeface="Arial"/>
                <a:sym typeface="Wingdings"/>
              </a:defRPr>
            </a:lvl7pPr>
            <a:lvl8pPr marL="32004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dk1"/>
                </a:solidFill>
                <a:uLnTx/>
                <a:uFillTx/>
                <a:latin typeface="Garamond" panose="02020404030301010803"/>
                <a:ea typeface="Arial"/>
                <a:cs typeface="Arial"/>
                <a:sym typeface="Wingdings"/>
              </a:defRPr>
            </a:lvl8pPr>
            <a:lvl9pPr marL="36576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dk1"/>
                </a:solidFill>
                <a:uLnTx/>
                <a:uFillTx/>
                <a:latin typeface="Garamond" panose="02020404030301010803"/>
                <a:ea typeface="Arial"/>
                <a:cs typeface="Arial"/>
                <a:sym typeface="Wingdings"/>
              </a:defRPr>
            </a:lvl9pPr>
          </a:lstStyle>
          <a:p>
            <a:pPr algn="ctr"/>
            <a:endParaRPr lang="en-IN"/>
          </a:p>
        </p:txBody>
      </p:sp>
      <p:sp>
        <p:nvSpPr>
          <p:cNvPr id="4" name="Picture Placeholder 40">
            <a:extLst>
              <a:ext uri="{FF2B5EF4-FFF2-40B4-BE49-F238E27FC236}">
                <a16:creationId xmlns:a16="http://schemas.microsoft.com/office/drawing/2014/main" id="{09936E86-318D-2D3E-86D2-94C998542DC4}"/>
              </a:ext>
            </a:extLst>
          </p:cNvPr>
          <p:cNvSpPr txBox="1"/>
          <p:nvPr/>
        </p:nvSpPr>
        <p:spPr>
          <a:xfrm>
            <a:off x="-485" y="-17873"/>
            <a:ext cx="6236185" cy="4254208"/>
          </a:xfrm>
          <a:prstGeom prst="rect">
            <a:avLst/>
          </a:prstGeom>
          <a:solidFill>
            <a:schemeClr val="bg1">
              <a:lumMod val="85000"/>
            </a:schemeClr>
          </a:solidFill>
        </p:spPr>
        <p:txBody>
          <a:bodyPr vert="horz" lIns="91440" tIns="45720" rIns="91440" bIns="45720" rtlCol="0" anchor="ctr"/>
          <a:lstStyle>
            <a:defPPr>
              <a:defRPr lang="en-US"/>
            </a:defPPr>
            <a:lvl1pPr marL="0" indent="0" algn="ctr" defTabSz="914400" rtl="0" eaLnBrk="1" latinLnBrk="0" hangingPunct="1">
              <a:buNone/>
              <a:defRPr sz="1200" i="1" kern="1200">
                <a:solidFill>
                  <a:schemeClr val="tx1">
                    <a:tint val="75000"/>
                  </a:schemeClr>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Insert or Drag and Drop </a:t>
            </a:r>
            <a:br>
              <a:rPr lang="en-US"/>
            </a:br>
            <a:r>
              <a:rPr lang="en-US"/>
              <a:t>your Photo Here</a:t>
            </a:r>
          </a:p>
        </p:txBody>
      </p:sp>
      <p:sp>
        <p:nvSpPr>
          <p:cNvPr id="5" name="Subtitle 2">
            <a:extLst>
              <a:ext uri="{FF2B5EF4-FFF2-40B4-BE49-F238E27FC236}">
                <a16:creationId xmlns:a16="http://schemas.microsoft.com/office/drawing/2014/main" id="{423B0C73-4D5E-FA59-8A35-D34A5E4C8EB0}"/>
              </a:ext>
            </a:extLst>
          </p:cNvPr>
          <p:cNvSpPr txBox="1"/>
          <p:nvPr/>
        </p:nvSpPr>
        <p:spPr>
          <a:xfrm>
            <a:off x="0" y="4253696"/>
            <a:ext cx="12192000" cy="2567016"/>
          </a:xfrm>
          <a:prstGeom prst="rect">
            <a:avLst/>
          </a:prstGeom>
          <a:solidFill>
            <a:schemeClr val="accent1">
              <a:lumMod val="40000"/>
              <a:lumOff val="60000"/>
              <a:alpha val="80000"/>
            </a:schemeClr>
          </a:solidFill>
        </p:spPr>
        <p:txBody>
          <a:bodyPr lIns="180000" tIns="180000" rIns="252000" bIns="180000"/>
          <a:lstStyle>
            <a:defPPr>
              <a:defRPr lang="en-US"/>
            </a:defPPr>
            <a:lvl1pPr marL="0" indent="0" algn="l" defTabSz="914400" rtl="0" eaLnBrk="1" latinLnBrk="0" hangingPunct="1">
              <a:lnSpc>
                <a:spcPct val="90000"/>
              </a:lnSpc>
              <a:spcBef>
                <a:spcPts val="1000"/>
              </a:spcBef>
              <a:buFont typeface="Arial" panose="020B0604020202020204" pitchFamily="34" charset="0"/>
              <a:buNone/>
              <a:defRPr sz="2200" b="1" kern="1200">
                <a:solidFill>
                  <a:schemeClr val="bg1"/>
                </a:solidFill>
                <a:latin typeface="+mn-lt"/>
                <a:ea typeface="+mn-ea"/>
                <a:cs typeface="+mn-cs"/>
              </a:defRPr>
            </a:lvl1pPr>
            <a:lvl2pPr marL="266700" indent="0" algn="r" defTabSz="914400" rtl="0" eaLnBrk="1" latinLnBrk="0" hangingPunct="1">
              <a:lnSpc>
                <a:spcPct val="90000"/>
              </a:lnSpc>
              <a:spcBef>
                <a:spcPts val="500"/>
              </a:spcBef>
              <a:buFont typeface="Arial" panose="020B0604020202020204" pitchFamily="34" charset="0"/>
              <a:buNone/>
              <a:defRPr sz="1800" kern="1200">
                <a:solidFill>
                  <a:schemeClr val="bg1"/>
                </a:solidFill>
                <a:latin typeface="+mn-lt"/>
                <a:ea typeface="+mn-ea"/>
                <a:cs typeface="+mn-cs"/>
              </a:defRPr>
            </a:lvl2pPr>
            <a:lvl3pPr marL="542925" indent="0" algn="r" defTabSz="914400" rtl="0" eaLnBrk="1" latinLnBrk="0" hangingPunct="1">
              <a:lnSpc>
                <a:spcPct val="90000"/>
              </a:lnSpc>
              <a:spcBef>
                <a:spcPts val="500"/>
              </a:spcBef>
              <a:buFont typeface="Arial" panose="020B0604020202020204" pitchFamily="34" charset="0"/>
              <a:buNone/>
              <a:defRPr sz="1800" kern="1200">
                <a:solidFill>
                  <a:schemeClr val="bg1"/>
                </a:solidFill>
                <a:latin typeface="+mn-lt"/>
                <a:ea typeface="+mn-ea"/>
                <a:cs typeface="+mn-cs"/>
              </a:defRPr>
            </a:lvl3pPr>
            <a:lvl4pPr marL="809625" indent="0" algn="r" defTabSz="914400" rtl="0" eaLnBrk="1" latinLnBrk="0" hangingPunct="1">
              <a:lnSpc>
                <a:spcPct val="90000"/>
              </a:lnSpc>
              <a:spcBef>
                <a:spcPts val="500"/>
              </a:spcBef>
              <a:buFont typeface="Arial" panose="020B0604020202020204" pitchFamily="34" charset="0"/>
              <a:buNone/>
              <a:defRPr sz="1800" kern="1200">
                <a:solidFill>
                  <a:schemeClr val="bg1"/>
                </a:solidFill>
                <a:latin typeface="+mn-lt"/>
                <a:ea typeface="+mn-ea"/>
                <a:cs typeface="+mn-cs"/>
              </a:defRPr>
            </a:lvl4pPr>
            <a:lvl5pPr marL="1076325" indent="0" algn="r" defTabSz="914400" rtl="0" eaLnBrk="1" latinLnBrk="0" hangingPunct="1">
              <a:lnSpc>
                <a:spcPct val="90000"/>
              </a:lnSpc>
              <a:spcBef>
                <a:spcPts val="500"/>
              </a:spcBef>
              <a:buFont typeface="Arial" panose="020B0604020202020204" pitchFamily="34" charset="0"/>
              <a:buNone/>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tx1"/>
                </a:solidFill>
              </a:rPr>
              <a:t>Comprehensive Monitoring Tools: </a:t>
            </a:r>
            <a:r>
              <a:rPr lang="en-US" b="0" dirty="0">
                <a:solidFill>
                  <a:schemeClr val="tx1"/>
                </a:solidFill>
              </a:rPr>
              <a:t>Utilized user engagement analytics and feedback mechanisms for tracking app performance and user satisfaction, enabling prompt identification and resolution of any deviations from the project plan.</a:t>
            </a:r>
          </a:p>
          <a:p>
            <a:r>
              <a:rPr lang="en-US" dirty="0">
                <a:solidFill>
                  <a:schemeClr val="tx1"/>
                </a:solidFill>
              </a:rPr>
              <a:t>Adaptive Control Mechanisms: </a:t>
            </a:r>
            <a:r>
              <a:rPr lang="en-US" b="0" dirty="0">
                <a:solidFill>
                  <a:schemeClr val="tx1"/>
                </a:solidFill>
              </a:rPr>
              <a:t>Implemented regular team meetings and app updates based on user feedback, constantly refining strategies in response to health informatics trends and user behavior to maintain app quality and effectiveness.</a:t>
            </a:r>
          </a:p>
        </p:txBody>
      </p:sp>
      <p:sp>
        <p:nvSpPr>
          <p:cNvPr id="6" name="Rectangle 5">
            <a:extLst>
              <a:ext uri="{FF2B5EF4-FFF2-40B4-BE49-F238E27FC236}">
                <a16:creationId xmlns:a16="http://schemas.microsoft.com/office/drawing/2014/main" id="{4402BFC5-D996-47B9-84CA-E34543605520}"/>
              </a:ext>
            </a:extLst>
          </p:cNvPr>
          <p:cNvSpPr/>
          <p:nvPr/>
        </p:nvSpPr>
        <p:spPr>
          <a:xfrm>
            <a:off x="0" y="6803351"/>
            <a:ext cx="9780104" cy="546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1pPr>
            <a:lvl2pPr marL="4572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2pPr>
            <a:lvl3pPr marL="9144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3pPr>
            <a:lvl4pPr marL="13716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4pPr>
            <a:lvl5pPr marL="18288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5pPr>
            <a:lvl6pPr marL="22860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6pPr>
            <a:lvl7pPr marL="27432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7pPr>
            <a:lvl8pPr marL="32004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8pPr>
            <a:lvl9pPr marL="36576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9pPr>
          </a:lstStyle>
          <a:p>
            <a:pPr algn="ctr"/>
            <a:endParaRPr lang="en-US" noProof="0"/>
          </a:p>
        </p:txBody>
      </p:sp>
      <p:sp>
        <p:nvSpPr>
          <p:cNvPr id="7" name="Rectangle 6">
            <a:extLst>
              <a:ext uri="{FF2B5EF4-FFF2-40B4-BE49-F238E27FC236}">
                <a16:creationId xmlns:a16="http://schemas.microsoft.com/office/drawing/2014/main" id="{A2549AB0-111C-DA79-2992-AD3E3C44A460}"/>
              </a:ext>
            </a:extLst>
          </p:cNvPr>
          <p:cNvSpPr/>
          <p:nvPr/>
        </p:nvSpPr>
        <p:spPr>
          <a:xfrm>
            <a:off x="9780104" y="6803351"/>
            <a:ext cx="2411896" cy="5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1pPr>
            <a:lvl2pPr marL="4572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2pPr>
            <a:lvl3pPr marL="9144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3pPr>
            <a:lvl4pPr marL="13716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4pPr>
            <a:lvl5pPr marL="18288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5pPr>
            <a:lvl6pPr marL="22860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6pPr>
            <a:lvl7pPr marL="27432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7pPr>
            <a:lvl8pPr marL="32004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8pPr>
            <a:lvl9pPr marL="36576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9pPr>
          </a:lstStyle>
          <a:p>
            <a:pPr algn="ctr"/>
            <a:endParaRPr lang="en-US" noProof="0"/>
          </a:p>
        </p:txBody>
      </p:sp>
      <p:pic>
        <p:nvPicPr>
          <p:cNvPr id="8" name="Picture 7">
            <a:extLst>
              <a:ext uri="{FF2B5EF4-FFF2-40B4-BE49-F238E27FC236}">
                <a16:creationId xmlns:a16="http://schemas.microsoft.com/office/drawing/2014/main" id="{0FF4976D-8F3B-818C-060D-AB15DAA927D6}"/>
              </a:ext>
            </a:extLst>
          </p:cNvPr>
          <p:cNvPicPr>
            <a:picLocks noChangeAspect="1"/>
          </p:cNvPicPr>
          <p:nvPr/>
        </p:nvPicPr>
        <p:blipFill>
          <a:blip r:embed="rId2"/>
          <a:stretch>
            <a:fillRect/>
          </a:stretch>
        </p:blipFill>
        <p:spPr>
          <a:xfrm>
            <a:off x="-486" y="-17873"/>
            <a:ext cx="6310929" cy="4254207"/>
          </a:xfrm>
          <a:prstGeom prst="rect">
            <a:avLst/>
          </a:prstGeom>
          <a:gradFill flip="none" rotWithShape="1">
            <a:gsLst>
              <a:gs pos="0">
                <a:schemeClr val="accent1">
                  <a:lumMod val="40000"/>
                  <a:lumOff val="60000"/>
                  <a:shade val="30000"/>
                  <a:satMod val="115000"/>
                </a:schemeClr>
              </a:gs>
              <a:gs pos="50000">
                <a:schemeClr val="accent1">
                  <a:lumMod val="40000"/>
                  <a:lumOff val="60000"/>
                  <a:shade val="67500"/>
                  <a:satMod val="115000"/>
                </a:schemeClr>
              </a:gs>
              <a:gs pos="100000">
                <a:schemeClr val="accent1">
                  <a:lumMod val="40000"/>
                  <a:lumOff val="60000"/>
                  <a:shade val="100000"/>
                  <a:satMod val="115000"/>
                </a:schemeClr>
              </a:gs>
            </a:gsLst>
            <a:lin ang="2700000" scaled="1"/>
            <a:tileRect/>
          </a:gradFill>
        </p:spPr>
      </p:pic>
      <p:sp>
        <p:nvSpPr>
          <p:cNvPr id="9" name="TextBox 8">
            <a:extLst>
              <a:ext uri="{FF2B5EF4-FFF2-40B4-BE49-F238E27FC236}">
                <a16:creationId xmlns:a16="http://schemas.microsoft.com/office/drawing/2014/main" id="{88D4C941-742E-FD54-263B-C0CEA4ADBC76}"/>
              </a:ext>
            </a:extLst>
          </p:cNvPr>
          <p:cNvSpPr txBox="1"/>
          <p:nvPr/>
        </p:nvSpPr>
        <p:spPr>
          <a:xfrm>
            <a:off x="6310444" y="37288"/>
            <a:ext cx="5881556" cy="34163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3600" b="1" dirty="0"/>
              <a:t>Alignment with Goals and Objectives</a:t>
            </a:r>
            <a:r>
              <a:rPr lang="en-US" sz="3600" dirty="0"/>
              <a:t>: Focused on ensuring the 'Little Sprouts' project aligns with its primary goals, particularly in impacting pediatric obesity.</a:t>
            </a:r>
            <a:endParaRPr lang="en-IN" sz="3600" dirty="0"/>
          </a:p>
        </p:txBody>
      </p:sp>
    </p:spTree>
    <p:extLst>
      <p:ext uri="{BB962C8B-B14F-4D97-AF65-F5344CB8AC3E}">
        <p14:creationId xmlns:p14="http://schemas.microsoft.com/office/powerpoint/2010/main" val="3347877492"/>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F02F723-230C-EE40-F7B7-43443427E403}"/>
              </a:ext>
            </a:extLst>
          </p:cNvPr>
          <p:cNvSpPr/>
          <p:nvPr/>
        </p:nvSpPr>
        <p:spPr>
          <a:xfrm>
            <a:off x="6283930" y="0"/>
            <a:ext cx="5908069" cy="423633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defPPr>
              <a:defRPr lang="en-US"/>
            </a:defPPr>
            <a:lvl1pPr marL="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dk1"/>
                </a:solidFill>
                <a:uLnTx/>
                <a:uFillTx/>
                <a:latin typeface="Garamond" panose="02020404030301010803"/>
                <a:ea typeface="Arial"/>
                <a:cs typeface="Arial"/>
                <a:sym typeface="Wingdings"/>
              </a:defRPr>
            </a:lvl1pPr>
            <a:lvl2pPr marL="4572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dk1"/>
                </a:solidFill>
                <a:uLnTx/>
                <a:uFillTx/>
                <a:latin typeface="Garamond" panose="02020404030301010803"/>
                <a:ea typeface="Arial"/>
                <a:cs typeface="Arial"/>
                <a:sym typeface="Wingdings"/>
              </a:defRPr>
            </a:lvl2pPr>
            <a:lvl3pPr marL="9144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dk1"/>
                </a:solidFill>
                <a:uLnTx/>
                <a:uFillTx/>
                <a:latin typeface="Garamond" panose="02020404030301010803"/>
                <a:ea typeface="Arial"/>
                <a:cs typeface="Arial"/>
                <a:sym typeface="Wingdings"/>
              </a:defRPr>
            </a:lvl3pPr>
            <a:lvl4pPr marL="13716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dk1"/>
                </a:solidFill>
                <a:uLnTx/>
                <a:uFillTx/>
                <a:latin typeface="Garamond" panose="02020404030301010803"/>
                <a:ea typeface="Arial"/>
                <a:cs typeface="Arial"/>
                <a:sym typeface="Wingdings"/>
              </a:defRPr>
            </a:lvl4pPr>
            <a:lvl5pPr marL="18288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dk1"/>
                </a:solidFill>
                <a:uLnTx/>
                <a:uFillTx/>
                <a:latin typeface="Garamond" panose="02020404030301010803"/>
                <a:ea typeface="Arial"/>
                <a:cs typeface="Arial"/>
                <a:sym typeface="Wingdings"/>
              </a:defRPr>
            </a:lvl5pPr>
            <a:lvl6pPr marL="22860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dk1"/>
                </a:solidFill>
                <a:uLnTx/>
                <a:uFillTx/>
                <a:latin typeface="Garamond" panose="02020404030301010803"/>
                <a:ea typeface="Arial"/>
                <a:cs typeface="Arial"/>
                <a:sym typeface="Wingdings"/>
              </a:defRPr>
            </a:lvl6pPr>
            <a:lvl7pPr marL="27432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dk1"/>
                </a:solidFill>
                <a:uLnTx/>
                <a:uFillTx/>
                <a:latin typeface="Garamond" panose="02020404030301010803"/>
                <a:ea typeface="Arial"/>
                <a:cs typeface="Arial"/>
                <a:sym typeface="Wingdings"/>
              </a:defRPr>
            </a:lvl7pPr>
            <a:lvl8pPr marL="32004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dk1"/>
                </a:solidFill>
                <a:uLnTx/>
                <a:uFillTx/>
                <a:latin typeface="Garamond" panose="02020404030301010803"/>
                <a:ea typeface="Arial"/>
                <a:cs typeface="Arial"/>
                <a:sym typeface="Wingdings"/>
              </a:defRPr>
            </a:lvl8pPr>
            <a:lvl9pPr marL="36576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dk1"/>
                </a:solidFill>
                <a:uLnTx/>
                <a:uFillTx/>
                <a:latin typeface="Garamond" panose="02020404030301010803"/>
                <a:ea typeface="Arial"/>
                <a:cs typeface="Arial"/>
                <a:sym typeface="Wingdings"/>
              </a:defRPr>
            </a:lvl9pPr>
          </a:lstStyle>
          <a:p>
            <a:pPr algn="ctr"/>
            <a:endParaRPr lang="en-IN">
              <a:ln>
                <a:solidFill>
                  <a:schemeClr val="tx1"/>
                </a:solidFill>
              </a:ln>
            </a:endParaRPr>
          </a:p>
        </p:txBody>
      </p:sp>
      <p:sp>
        <p:nvSpPr>
          <p:cNvPr id="5" name="Subtitle 2">
            <a:extLst>
              <a:ext uri="{FF2B5EF4-FFF2-40B4-BE49-F238E27FC236}">
                <a16:creationId xmlns:a16="http://schemas.microsoft.com/office/drawing/2014/main" id="{4C7B9DE5-6EF4-86FC-A23D-4F970100CCBE}"/>
              </a:ext>
            </a:extLst>
          </p:cNvPr>
          <p:cNvSpPr txBox="1"/>
          <p:nvPr/>
        </p:nvSpPr>
        <p:spPr>
          <a:xfrm>
            <a:off x="108858" y="4138364"/>
            <a:ext cx="12192000" cy="2567016"/>
          </a:xfrm>
          <a:prstGeom prst="rect">
            <a:avLst/>
          </a:prstGeom>
          <a:solidFill>
            <a:schemeClr val="accent1">
              <a:lumMod val="60000"/>
              <a:lumOff val="40000"/>
              <a:alpha val="80000"/>
            </a:schemeClr>
          </a:solidFill>
        </p:spPr>
        <p:txBody>
          <a:bodyPr lIns="180000" tIns="180000" rIns="252000" bIns="180000"/>
          <a:lstStyle>
            <a:defPPr>
              <a:defRPr lang="en-US"/>
            </a:defPPr>
            <a:lvl1pPr marL="0" indent="0" algn="l" defTabSz="914400" rtl="0" eaLnBrk="1" latinLnBrk="0" hangingPunct="1">
              <a:lnSpc>
                <a:spcPct val="90000"/>
              </a:lnSpc>
              <a:spcBef>
                <a:spcPts val="1000"/>
              </a:spcBef>
              <a:buFont typeface="Arial" panose="020B0604020202020204" pitchFamily="34" charset="0"/>
              <a:buNone/>
              <a:defRPr sz="2200" b="1" i="0" kern="1200">
                <a:solidFill>
                  <a:schemeClr val="bg1"/>
                </a:solidFill>
                <a:latin typeface="+mn-lt"/>
                <a:ea typeface="+mn-ea"/>
                <a:cs typeface="+mn-cs"/>
              </a:defRPr>
            </a:lvl1pPr>
            <a:lvl2pPr marL="266700" indent="0" algn="r" defTabSz="914400" rtl="0" eaLnBrk="1" latinLnBrk="0" hangingPunct="1">
              <a:lnSpc>
                <a:spcPct val="90000"/>
              </a:lnSpc>
              <a:spcBef>
                <a:spcPts val="500"/>
              </a:spcBef>
              <a:buFont typeface="Arial" panose="020B0604020202020204" pitchFamily="34" charset="0"/>
              <a:buNone/>
              <a:defRPr sz="1800" kern="1200">
                <a:solidFill>
                  <a:schemeClr val="bg1"/>
                </a:solidFill>
                <a:latin typeface="+mn-lt"/>
                <a:ea typeface="+mn-ea"/>
                <a:cs typeface="+mn-cs"/>
              </a:defRPr>
            </a:lvl2pPr>
            <a:lvl3pPr marL="542925" indent="0" algn="r" defTabSz="914400" rtl="0" eaLnBrk="1" latinLnBrk="0" hangingPunct="1">
              <a:lnSpc>
                <a:spcPct val="90000"/>
              </a:lnSpc>
              <a:spcBef>
                <a:spcPts val="500"/>
              </a:spcBef>
              <a:buFont typeface="Arial" panose="020B0604020202020204" pitchFamily="34" charset="0"/>
              <a:buNone/>
              <a:defRPr sz="1800" kern="1200">
                <a:solidFill>
                  <a:schemeClr val="bg1"/>
                </a:solidFill>
                <a:latin typeface="+mn-lt"/>
                <a:ea typeface="+mn-ea"/>
                <a:cs typeface="+mn-cs"/>
              </a:defRPr>
            </a:lvl3pPr>
            <a:lvl4pPr marL="809625" indent="0" algn="r" defTabSz="914400" rtl="0" eaLnBrk="1" latinLnBrk="0" hangingPunct="1">
              <a:lnSpc>
                <a:spcPct val="90000"/>
              </a:lnSpc>
              <a:spcBef>
                <a:spcPts val="500"/>
              </a:spcBef>
              <a:buFont typeface="Arial" panose="020B0604020202020204" pitchFamily="34" charset="0"/>
              <a:buNone/>
              <a:defRPr sz="1800" kern="1200">
                <a:solidFill>
                  <a:schemeClr val="bg1"/>
                </a:solidFill>
                <a:latin typeface="+mn-lt"/>
                <a:ea typeface="+mn-ea"/>
                <a:cs typeface="+mn-cs"/>
              </a:defRPr>
            </a:lvl4pPr>
            <a:lvl5pPr marL="1076325" indent="0" algn="r" defTabSz="914400" rtl="0" eaLnBrk="1" latinLnBrk="0" hangingPunct="1">
              <a:lnSpc>
                <a:spcPct val="90000"/>
              </a:lnSpc>
              <a:spcBef>
                <a:spcPts val="500"/>
              </a:spcBef>
              <a:buFont typeface="Arial" panose="020B0604020202020204" pitchFamily="34" charset="0"/>
              <a:buNone/>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tx1"/>
                </a:solidFill>
              </a:rPr>
              <a:t>Adherence Trend Analysis: </a:t>
            </a:r>
            <a:r>
              <a:rPr lang="en-US" b="0" dirty="0">
                <a:solidFill>
                  <a:schemeClr val="tx1"/>
                </a:solidFill>
              </a:rPr>
              <a:t>Monitoring and analyzing trends and patterns in user interaction with the app, especially in terms of adherence to recommended health practices and routines, to understand the underlying reasons for any deviations or non-compliance.</a:t>
            </a:r>
          </a:p>
          <a:p>
            <a:r>
              <a:rPr lang="en-US" dirty="0">
                <a:solidFill>
                  <a:schemeClr val="tx1"/>
                </a:solidFill>
              </a:rPr>
              <a:t>Feedback and Complaints Resolution: </a:t>
            </a:r>
            <a:r>
              <a:rPr lang="en-US" b="0" dirty="0">
                <a:solidFill>
                  <a:schemeClr val="tx1"/>
                </a:solidFill>
              </a:rPr>
              <a:t>Assigning a dedicated team member to systematically track and respond to user feedback and complaints, developing strategies to address each issue which may include software modifications, additional user support, or targeted training programs.</a:t>
            </a:r>
          </a:p>
        </p:txBody>
      </p:sp>
      <p:sp>
        <p:nvSpPr>
          <p:cNvPr id="6" name="Rectangle 5">
            <a:extLst>
              <a:ext uri="{FF2B5EF4-FFF2-40B4-BE49-F238E27FC236}">
                <a16:creationId xmlns:a16="http://schemas.microsoft.com/office/drawing/2014/main" id="{429500ED-BCEC-0EFA-8565-B161AA5BD7F8}"/>
              </a:ext>
            </a:extLst>
          </p:cNvPr>
          <p:cNvSpPr/>
          <p:nvPr/>
        </p:nvSpPr>
        <p:spPr>
          <a:xfrm>
            <a:off x="0" y="6803351"/>
            <a:ext cx="9780104" cy="546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1pPr>
            <a:lvl2pPr marL="4572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2pPr>
            <a:lvl3pPr marL="9144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3pPr>
            <a:lvl4pPr marL="13716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4pPr>
            <a:lvl5pPr marL="18288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5pPr>
            <a:lvl6pPr marL="22860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6pPr>
            <a:lvl7pPr marL="27432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7pPr>
            <a:lvl8pPr marL="32004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8pPr>
            <a:lvl9pPr marL="36576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9pPr>
          </a:lstStyle>
          <a:p>
            <a:pPr algn="ctr"/>
            <a:endParaRPr lang="en-US" noProof="0"/>
          </a:p>
        </p:txBody>
      </p:sp>
      <p:sp>
        <p:nvSpPr>
          <p:cNvPr id="7" name="Rectangle 6">
            <a:extLst>
              <a:ext uri="{FF2B5EF4-FFF2-40B4-BE49-F238E27FC236}">
                <a16:creationId xmlns:a16="http://schemas.microsoft.com/office/drawing/2014/main" id="{F73A97A6-CF10-D70C-201F-34CDB301EF85}"/>
              </a:ext>
            </a:extLst>
          </p:cNvPr>
          <p:cNvSpPr/>
          <p:nvPr/>
        </p:nvSpPr>
        <p:spPr>
          <a:xfrm>
            <a:off x="9780104" y="6803351"/>
            <a:ext cx="2411896" cy="5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1pPr>
            <a:lvl2pPr marL="4572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2pPr>
            <a:lvl3pPr marL="9144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3pPr>
            <a:lvl4pPr marL="13716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4pPr>
            <a:lvl5pPr marL="18288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5pPr>
            <a:lvl6pPr marL="22860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6pPr>
            <a:lvl7pPr marL="27432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7pPr>
            <a:lvl8pPr marL="32004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8pPr>
            <a:lvl9pPr marL="36576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9pPr>
          </a:lstStyle>
          <a:p>
            <a:pPr algn="ctr"/>
            <a:endParaRPr lang="en-US" noProof="0"/>
          </a:p>
        </p:txBody>
      </p:sp>
      <p:pic>
        <p:nvPicPr>
          <p:cNvPr id="8" name="Picture 7">
            <a:extLst>
              <a:ext uri="{FF2B5EF4-FFF2-40B4-BE49-F238E27FC236}">
                <a16:creationId xmlns:a16="http://schemas.microsoft.com/office/drawing/2014/main" id="{55FA9072-4D51-6865-BFF1-89D24CA7FDF4}"/>
              </a:ext>
            </a:extLst>
          </p:cNvPr>
          <p:cNvPicPr>
            <a:picLocks noChangeAspect="1"/>
          </p:cNvPicPr>
          <p:nvPr/>
        </p:nvPicPr>
        <p:blipFill>
          <a:blip r:embed="rId2"/>
          <a:stretch>
            <a:fillRect/>
          </a:stretch>
        </p:blipFill>
        <p:spPr>
          <a:xfrm>
            <a:off x="-486" y="-1"/>
            <a:ext cx="6284417" cy="4236335"/>
          </a:xfrm>
          <a:prstGeom prst="rect">
            <a:avLst/>
          </a:prstGeom>
        </p:spPr>
      </p:pic>
      <p:sp>
        <p:nvSpPr>
          <p:cNvPr id="9" name="TextBox 8">
            <a:extLst>
              <a:ext uri="{FF2B5EF4-FFF2-40B4-BE49-F238E27FC236}">
                <a16:creationId xmlns:a16="http://schemas.microsoft.com/office/drawing/2014/main" id="{C7927D71-FDD9-B620-EA76-76351CCFEA51}"/>
              </a:ext>
            </a:extLst>
          </p:cNvPr>
          <p:cNvSpPr txBox="1"/>
          <p:nvPr/>
        </p:nvSpPr>
        <p:spPr>
          <a:xfrm>
            <a:off x="6283932" y="54649"/>
            <a:ext cx="5908068" cy="3785652"/>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3000" b="1" dirty="0"/>
              <a:t>Data Entry Standards and Accuracy</a:t>
            </a:r>
            <a:r>
              <a:rPr lang="en-US" sz="3000" dirty="0"/>
              <a:t>: Implementing rigorous standards for data entry in the </a:t>
            </a:r>
            <a:r>
              <a:rPr lang="en-US" sz="3000" dirty="0">
                <a:ln w="0"/>
                <a:effectLst>
                  <a:outerShdw blurRad="38100" dist="19050" dir="2700000" algn="tl" rotWithShape="0">
                    <a:schemeClr val="dk1">
                      <a:alpha val="40000"/>
                    </a:schemeClr>
                  </a:outerShdw>
                </a:effectLst>
              </a:rPr>
              <a:t>Little</a:t>
            </a:r>
            <a:r>
              <a:rPr lang="en-US" sz="3000" dirty="0"/>
              <a:t> Sprouts app, including specific categories of information, frequency of entry, and data format, to ensure consistent and accurate submission of health data by users.</a:t>
            </a:r>
            <a:endParaRPr lang="en-IN" sz="3000" dirty="0"/>
          </a:p>
        </p:txBody>
      </p:sp>
    </p:spTree>
    <p:extLst>
      <p:ext uri="{BB962C8B-B14F-4D97-AF65-F5344CB8AC3E}">
        <p14:creationId xmlns:p14="http://schemas.microsoft.com/office/powerpoint/2010/main" val="2937055334"/>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E4C507E-16A8-43BA-DFCA-322955C10544}"/>
              </a:ext>
            </a:extLst>
          </p:cNvPr>
          <p:cNvPicPr>
            <a:picLocks noChangeAspect="1"/>
          </p:cNvPicPr>
          <p:nvPr/>
        </p:nvPicPr>
        <p:blipFill>
          <a:blip r:embed="rId2"/>
          <a:stretch>
            <a:fillRect/>
          </a:stretch>
        </p:blipFill>
        <p:spPr>
          <a:xfrm>
            <a:off x="-1" y="1"/>
            <a:ext cx="9433367" cy="6803350"/>
          </a:xfrm>
          <a:prstGeom prst="rect">
            <a:avLst/>
          </a:prstGeom>
        </p:spPr>
      </p:pic>
      <p:sp>
        <p:nvSpPr>
          <p:cNvPr id="3" name="Title 1">
            <a:extLst>
              <a:ext uri="{FF2B5EF4-FFF2-40B4-BE49-F238E27FC236}">
                <a16:creationId xmlns:a16="http://schemas.microsoft.com/office/drawing/2014/main" id="{42322808-948C-3C0F-B723-8C1995238F85}"/>
              </a:ext>
            </a:extLst>
          </p:cNvPr>
          <p:cNvSpPr txBox="1"/>
          <p:nvPr/>
        </p:nvSpPr>
        <p:spPr>
          <a:xfrm>
            <a:off x="5463252" y="2811053"/>
            <a:ext cx="6728748" cy="1261295"/>
          </a:xfrm>
          <a:prstGeom prst="rect">
            <a:avLst/>
          </a:prstGeom>
          <a:solidFill>
            <a:schemeClr val="bg1"/>
          </a:solidFill>
        </p:spPr>
        <p:txBody>
          <a:bodyPr vert="horz" lIns="180000" tIns="180000" rIns="252000" bIns="180000" rtlCol="0" anchor="t">
            <a:noAutofit/>
          </a:bodyPr>
          <a:lstStyle>
            <a:defPPr>
              <a:defRPr lang="en-US"/>
            </a:defPPr>
            <a:lvl1pPr marL="0" algn="r" defTabSz="914400" rtl="0" eaLnBrk="1" latinLnBrk="0" hangingPunct="1">
              <a:lnSpc>
                <a:spcPct val="90000"/>
              </a:lnSpc>
              <a:spcBef>
                <a:spcPct val="0"/>
              </a:spcBef>
              <a:buNone/>
              <a:defRPr lang="en-ZA" sz="6000" b="1" kern="1200" spc="-300" baseline="0">
                <a:solidFill>
                  <a:schemeClr val="tx1"/>
                </a:solidFill>
                <a:latin typeface="+mj-lt"/>
                <a:ea typeface="+mj-ea"/>
                <a:cs typeface="+mj-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latin typeface="Algerian" panose="04020705040A02060702" pitchFamily="82" charset="0"/>
              </a:rPr>
              <a:t>PROJECT  CLOSURE</a:t>
            </a:r>
          </a:p>
        </p:txBody>
      </p:sp>
      <p:sp>
        <p:nvSpPr>
          <p:cNvPr id="4" name="Subtitle 2">
            <a:extLst>
              <a:ext uri="{FF2B5EF4-FFF2-40B4-BE49-F238E27FC236}">
                <a16:creationId xmlns:a16="http://schemas.microsoft.com/office/drawing/2014/main" id="{99360434-81E3-DD21-C36C-FDEA99405BCE}"/>
              </a:ext>
            </a:extLst>
          </p:cNvPr>
          <p:cNvSpPr txBox="1"/>
          <p:nvPr/>
        </p:nvSpPr>
        <p:spPr>
          <a:xfrm>
            <a:off x="5463252" y="4795193"/>
            <a:ext cx="6728748" cy="1013571"/>
          </a:xfrm>
          <a:prstGeom prst="rect">
            <a:avLst/>
          </a:prstGeom>
          <a:solidFill>
            <a:schemeClr val="tx1">
              <a:alpha val="80000"/>
            </a:schemeClr>
          </a:solidFill>
        </p:spPr>
        <p:txBody>
          <a:bodyPr vert="horz" lIns="180000" tIns="180000" rIns="180000" bIns="180000" rtlCol="0">
            <a:noAutofit/>
          </a:bodyPr>
          <a:lstStyle>
            <a:defPPr>
              <a:defRPr lang="en-US"/>
            </a:defPPr>
            <a:lvl1pPr marL="0" indent="0" algn="r" defTabSz="914400" rtl="0" eaLnBrk="1" latinLnBrk="0" hangingPunct="1">
              <a:lnSpc>
                <a:spcPct val="90000"/>
              </a:lnSpc>
              <a:spcBef>
                <a:spcPts val="1000"/>
              </a:spcBef>
              <a:buFont typeface="Arial" panose="020B0604020202020204" pitchFamily="34" charset="0"/>
              <a:buNone/>
              <a:defRPr lang="en-ZA"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6700" indent="-266700" algn="ctr"/>
            <a:r>
              <a:rPr lang="en-US" b="1" dirty="0"/>
              <a:t>Little Sprouts - Nurturing Healthy Champs Application.</a:t>
            </a:r>
            <a:endParaRPr lang="en-US" dirty="0"/>
          </a:p>
        </p:txBody>
      </p:sp>
      <p:sp>
        <p:nvSpPr>
          <p:cNvPr id="5" name="Rectangle 4">
            <a:extLst>
              <a:ext uri="{FF2B5EF4-FFF2-40B4-BE49-F238E27FC236}">
                <a16:creationId xmlns:a16="http://schemas.microsoft.com/office/drawing/2014/main" id="{128EC2C8-898C-5725-0170-43C8F6CD711C}"/>
              </a:ext>
            </a:extLst>
          </p:cNvPr>
          <p:cNvSpPr/>
          <p:nvPr/>
        </p:nvSpPr>
        <p:spPr>
          <a:xfrm>
            <a:off x="9780103" y="6803351"/>
            <a:ext cx="1979897" cy="5465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1pPr>
            <a:lvl2pPr marL="4572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2pPr>
            <a:lvl3pPr marL="9144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3pPr>
            <a:lvl4pPr marL="13716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4pPr>
            <a:lvl5pPr marL="18288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5pPr>
            <a:lvl6pPr marL="22860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6pPr>
            <a:lvl7pPr marL="27432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7pPr>
            <a:lvl8pPr marL="32004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8pPr>
            <a:lvl9pPr marL="36576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9pPr>
          </a:lstStyle>
          <a:p>
            <a:pPr algn="ctr"/>
            <a:endParaRPr lang="en-US" noProof="0"/>
          </a:p>
        </p:txBody>
      </p:sp>
      <p:sp>
        <p:nvSpPr>
          <p:cNvPr id="6" name="Rectangle 5">
            <a:extLst>
              <a:ext uri="{FF2B5EF4-FFF2-40B4-BE49-F238E27FC236}">
                <a16:creationId xmlns:a16="http://schemas.microsoft.com/office/drawing/2014/main" id="{1C512DA9-EC2A-D39E-F88A-CC172869C9B7}"/>
              </a:ext>
            </a:extLst>
          </p:cNvPr>
          <p:cNvSpPr/>
          <p:nvPr/>
        </p:nvSpPr>
        <p:spPr>
          <a:xfrm>
            <a:off x="0" y="6803351"/>
            <a:ext cx="9433368" cy="546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1pPr>
            <a:lvl2pPr marL="4572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2pPr>
            <a:lvl3pPr marL="9144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3pPr>
            <a:lvl4pPr marL="13716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4pPr>
            <a:lvl5pPr marL="18288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5pPr>
            <a:lvl6pPr marL="22860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6pPr>
            <a:lvl7pPr marL="27432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7pPr>
            <a:lvl8pPr marL="32004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8pPr>
            <a:lvl9pPr marL="36576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9pPr>
          </a:lstStyle>
          <a:p>
            <a:pPr algn="ctr"/>
            <a:endParaRPr lang="en-US" noProof="0"/>
          </a:p>
        </p:txBody>
      </p:sp>
      <p:sp>
        <p:nvSpPr>
          <p:cNvPr id="7" name="Rectangle 6">
            <a:extLst>
              <a:ext uri="{FF2B5EF4-FFF2-40B4-BE49-F238E27FC236}">
                <a16:creationId xmlns:a16="http://schemas.microsoft.com/office/drawing/2014/main" id="{BC43E1C8-0947-88DA-9BE4-907DFF983C4A}"/>
              </a:ext>
            </a:extLst>
          </p:cNvPr>
          <p:cNvSpPr/>
          <p:nvPr/>
        </p:nvSpPr>
        <p:spPr>
          <a:xfrm>
            <a:off x="9433368" y="6803351"/>
            <a:ext cx="2758632" cy="5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1pPr>
            <a:lvl2pPr marL="4572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2pPr>
            <a:lvl3pPr marL="9144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3pPr>
            <a:lvl4pPr marL="13716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4pPr>
            <a:lvl5pPr marL="18288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5pPr>
            <a:lvl6pPr marL="22860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6pPr>
            <a:lvl7pPr marL="27432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7pPr>
            <a:lvl8pPr marL="32004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8pPr>
            <a:lvl9pPr marL="36576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9pPr>
          </a:lstStyle>
          <a:p>
            <a:pPr algn="ctr"/>
            <a:endParaRPr lang="en-US" noProof="0"/>
          </a:p>
        </p:txBody>
      </p:sp>
      <p:sp>
        <p:nvSpPr>
          <p:cNvPr id="8" name="Rectangle 7">
            <a:extLst>
              <a:ext uri="{FF2B5EF4-FFF2-40B4-BE49-F238E27FC236}">
                <a16:creationId xmlns:a16="http://schemas.microsoft.com/office/drawing/2014/main" id="{F82866DD-8B56-02EE-7C48-1E4CA38B6D21}"/>
              </a:ext>
            </a:extLst>
          </p:cNvPr>
          <p:cNvSpPr/>
          <p:nvPr/>
        </p:nvSpPr>
        <p:spPr>
          <a:xfrm>
            <a:off x="9433368" y="2592729"/>
            <a:ext cx="2758632" cy="22070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1pPr>
            <a:lvl2pPr marL="4572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2pPr>
            <a:lvl3pPr marL="9144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3pPr>
            <a:lvl4pPr marL="13716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4pPr>
            <a:lvl5pPr marL="18288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5pPr>
            <a:lvl6pPr marL="22860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6pPr>
            <a:lvl7pPr marL="27432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7pPr>
            <a:lvl8pPr marL="32004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8pPr>
            <a:lvl9pPr marL="36576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9pPr>
          </a:lstStyle>
          <a:p>
            <a:pPr algn="ctr"/>
            <a:endParaRPr lang="en-US" noProof="0"/>
          </a:p>
        </p:txBody>
      </p:sp>
      <p:sp>
        <p:nvSpPr>
          <p:cNvPr id="9" name="TextBox 8">
            <a:extLst>
              <a:ext uri="{FF2B5EF4-FFF2-40B4-BE49-F238E27FC236}">
                <a16:creationId xmlns:a16="http://schemas.microsoft.com/office/drawing/2014/main" id="{9020DEC6-3BD5-73E4-7962-8D55E8CD1A86}"/>
              </a:ext>
            </a:extLst>
          </p:cNvPr>
          <p:cNvSpPr txBox="1"/>
          <p:nvPr/>
        </p:nvSpPr>
        <p:spPr>
          <a:xfrm>
            <a:off x="-629" y="54649"/>
            <a:ext cx="2353517" cy="369332"/>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a:t>www.ittoolkit.com</a:t>
            </a:r>
          </a:p>
        </p:txBody>
      </p:sp>
    </p:spTree>
    <p:extLst>
      <p:ext uri="{BB962C8B-B14F-4D97-AF65-F5344CB8AC3E}">
        <p14:creationId xmlns:p14="http://schemas.microsoft.com/office/powerpoint/2010/main" val="807652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bg>
      <p:bgPr>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09AD02E-E0FD-42B1-798D-E0AE248F38ED}"/>
              </a:ext>
            </a:extLst>
          </p:cNvPr>
          <p:cNvPicPr>
            <a:picLocks noChangeAspect="1"/>
          </p:cNvPicPr>
          <p:nvPr/>
        </p:nvPicPr>
        <p:blipFill>
          <a:blip r:embed="rId2">
            <a:alphaModFix amt="25000"/>
          </a:blip>
          <a:stretch>
            <a:fillRect/>
          </a:stretch>
        </p:blipFill>
        <p:spPr>
          <a:xfrm>
            <a:off x="13754" y="0"/>
            <a:ext cx="12187118" cy="6759615"/>
          </a:xfrm>
          <a:prstGeom prst="rect">
            <a:avLst/>
          </a:prstGeom>
        </p:spPr>
      </p:pic>
      <p:sp>
        <p:nvSpPr>
          <p:cNvPr id="3" name="Title 1">
            <a:extLst>
              <a:ext uri="{FF2B5EF4-FFF2-40B4-BE49-F238E27FC236}">
                <a16:creationId xmlns:a16="http://schemas.microsoft.com/office/drawing/2014/main" id="{3336081D-7D37-EB1F-289E-5B5995353BDC}"/>
              </a:ext>
            </a:extLst>
          </p:cNvPr>
          <p:cNvSpPr txBox="1"/>
          <p:nvPr/>
        </p:nvSpPr>
        <p:spPr>
          <a:xfrm>
            <a:off x="443313" y="576001"/>
            <a:ext cx="11328000" cy="432000"/>
          </a:xfrm>
          <a:prstGeom prst="rect">
            <a:avLst/>
          </a:prstGeom>
        </p:spPr>
        <p:txBody>
          <a:bodyPr/>
          <a:lstStyle>
            <a:defPPr>
              <a:defRPr lang="en-US"/>
            </a:defPPr>
            <a:lvl1pPr marL="0" algn="l" defTabSz="914400" rtl="0" eaLnBrk="1" latinLnBrk="0" hangingPunct="1">
              <a:lnSpc>
                <a:spcPct val="90000"/>
              </a:lnSpc>
              <a:spcBef>
                <a:spcPct val="0"/>
              </a:spcBef>
              <a:buNone/>
              <a:defRPr sz="4400" kern="1200">
                <a:solidFill>
                  <a:schemeClr val="tx1">
                    <a:lumMod val="75000"/>
                    <a:lumOff val="25000"/>
                  </a:schemeClr>
                </a:solidFill>
                <a:latin typeface="+mj-lt"/>
                <a:ea typeface="+mj-ea"/>
                <a:cs typeface="+mj-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b="1" dirty="0">
                <a:solidFill>
                  <a:schemeClr val="tx1"/>
                </a:solidFill>
                <a:latin typeface="+mn-lt"/>
              </a:rPr>
              <a:t>Project Closure and Success Rate:</a:t>
            </a:r>
            <a:br>
              <a:rPr lang="en-US" b="1" dirty="0">
                <a:solidFill>
                  <a:schemeClr val="tx1"/>
                </a:solidFill>
                <a:latin typeface="+mn-lt"/>
              </a:rPr>
            </a:br>
            <a:endParaRPr lang="en-US" b="1" dirty="0">
              <a:solidFill>
                <a:schemeClr val="tx1"/>
              </a:solidFill>
              <a:latin typeface="+mn-lt"/>
            </a:endParaRPr>
          </a:p>
        </p:txBody>
      </p:sp>
      <p:sp>
        <p:nvSpPr>
          <p:cNvPr id="4" name="Subtitle 2">
            <a:extLst>
              <a:ext uri="{FF2B5EF4-FFF2-40B4-BE49-F238E27FC236}">
                <a16:creationId xmlns:a16="http://schemas.microsoft.com/office/drawing/2014/main" id="{12C4471E-C373-9E8B-1C62-AACD8AA5CA90}"/>
              </a:ext>
            </a:extLst>
          </p:cNvPr>
          <p:cNvSpPr txBox="1"/>
          <p:nvPr/>
        </p:nvSpPr>
        <p:spPr>
          <a:xfrm>
            <a:off x="431800" y="1412110"/>
            <a:ext cx="11524848" cy="5347505"/>
          </a:xfrm>
          <a:prstGeom prst="rect">
            <a:avLst/>
          </a:prstGeom>
        </p:spPr>
        <p:txBody>
          <a:bodyPr/>
          <a:lstStyle>
            <a:defPPr>
              <a:defRPr lang="en-US"/>
            </a:defPPr>
            <a:lvl1pPr marL="0" indent="0" algn="l" defTabSz="914400" rtl="0" eaLnBrk="1" latinLnBrk="0" hangingPunct="1">
              <a:lnSpc>
                <a:spcPct val="100000"/>
              </a:lnSpc>
              <a:spcBef>
                <a:spcPts val="1000"/>
              </a:spcBef>
              <a:buFont typeface="Arial" panose="020B0604020202020204" pitchFamily="34" charset="0"/>
              <a:buNone/>
              <a:defRPr sz="3000" kern="1200">
                <a:solidFill>
                  <a:schemeClr val="tx1"/>
                </a:solidFill>
                <a:latin typeface="+mn-lt"/>
                <a:ea typeface="+mn-ea"/>
                <a:cs typeface="+mn-cs"/>
              </a:defRPr>
            </a:lvl1pPr>
            <a:lvl2pPr marL="2667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542925"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809625"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076325"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Char char="•"/>
            </a:pPr>
            <a:r>
              <a:rPr lang="en-US" b="1" dirty="0"/>
              <a:t>Impressive User Adoption</a:t>
            </a:r>
            <a:r>
              <a:rPr lang="en-US" dirty="0"/>
              <a:t>: We saw a high number of downloads and active users, which was truly encouraging.</a:t>
            </a:r>
          </a:p>
          <a:p>
            <a:pPr>
              <a:buFont typeface="Arial" panose="020B0604020202020204" pitchFamily="34" charset="0"/>
              <a:buChar char="•"/>
            </a:pPr>
            <a:r>
              <a:rPr lang="en-US" b="1" dirty="0"/>
              <a:t>Behavioral Shift in Children</a:t>
            </a:r>
            <a:r>
              <a:rPr lang="en-US" dirty="0"/>
              <a:t>: Noticed marked improvements in children's eating and activity habits, a core goal of our project.</a:t>
            </a:r>
          </a:p>
          <a:p>
            <a:pPr>
              <a:buFont typeface="Arial" panose="020B0604020202020204" pitchFamily="34" charset="0"/>
              <a:buChar char="•"/>
            </a:pPr>
            <a:r>
              <a:rPr lang="en-US" b="1" dirty="0"/>
              <a:t>Heartening Parental Feedback</a:t>
            </a:r>
            <a:r>
              <a:rPr lang="en-US" dirty="0"/>
              <a:t>: Received overwhelmingly positive feedback from parents, affirming the app's impact and ease of use.</a:t>
            </a:r>
          </a:p>
          <a:p>
            <a:pPr>
              <a:buFont typeface="Arial" panose="020B0604020202020204" pitchFamily="34" charset="0"/>
              <a:buChar char="•"/>
            </a:pPr>
            <a:r>
              <a:rPr lang="en-US" b="1" dirty="0"/>
              <a:t>Engaging and Educative Approach</a:t>
            </a:r>
            <a:r>
              <a:rPr lang="en-US" dirty="0"/>
              <a:t>: Proud of how effectively the app engaged children and provided useful insights to parents.</a:t>
            </a:r>
          </a:p>
          <a:p>
            <a:endParaRPr lang="en-US" dirty="0"/>
          </a:p>
        </p:txBody>
      </p:sp>
    </p:spTree>
    <p:extLst>
      <p:ext uri="{BB962C8B-B14F-4D97-AF65-F5344CB8AC3E}">
        <p14:creationId xmlns:p14="http://schemas.microsoft.com/office/powerpoint/2010/main" val="4025623751"/>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bg>
      <p:bgPr>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EDDBE27-2338-7F87-2E10-8AF3441E1FE4}"/>
              </a:ext>
            </a:extLst>
          </p:cNvPr>
          <p:cNvPicPr>
            <a:picLocks noChangeAspect="1"/>
          </p:cNvPicPr>
          <p:nvPr/>
        </p:nvPicPr>
        <p:blipFill>
          <a:blip r:embed="rId2">
            <a:alphaModFix amt="25000"/>
          </a:blip>
          <a:stretch>
            <a:fillRect/>
          </a:stretch>
        </p:blipFill>
        <p:spPr>
          <a:xfrm>
            <a:off x="13754" y="0"/>
            <a:ext cx="12187118" cy="6759615"/>
          </a:xfrm>
          <a:prstGeom prst="rect">
            <a:avLst/>
          </a:prstGeom>
        </p:spPr>
      </p:pic>
      <p:sp>
        <p:nvSpPr>
          <p:cNvPr id="3" name="Title 1">
            <a:extLst>
              <a:ext uri="{FF2B5EF4-FFF2-40B4-BE49-F238E27FC236}">
                <a16:creationId xmlns:a16="http://schemas.microsoft.com/office/drawing/2014/main" id="{32EB7A2F-D4DE-3187-73FC-10990B0B72AF}"/>
              </a:ext>
            </a:extLst>
          </p:cNvPr>
          <p:cNvSpPr txBox="1"/>
          <p:nvPr/>
        </p:nvSpPr>
        <p:spPr>
          <a:xfrm>
            <a:off x="432000" y="483080"/>
            <a:ext cx="11328000" cy="73507"/>
          </a:xfrm>
          <a:prstGeom prst="rect">
            <a:avLst/>
          </a:prstGeom>
        </p:spPr>
        <p:txBody>
          <a:bodyPr/>
          <a:lstStyle>
            <a:defPPr>
              <a:defRPr lang="en-US"/>
            </a:defPPr>
            <a:lvl1pPr marL="0" algn="l" defTabSz="914400" rtl="0" eaLnBrk="1" latinLnBrk="0" hangingPunct="1">
              <a:lnSpc>
                <a:spcPct val="90000"/>
              </a:lnSpc>
              <a:spcBef>
                <a:spcPct val="0"/>
              </a:spcBef>
              <a:buNone/>
              <a:defRPr sz="3800" kern="1200">
                <a:solidFill>
                  <a:schemeClr val="tx1">
                    <a:lumMod val="75000"/>
                    <a:lumOff val="25000"/>
                  </a:schemeClr>
                </a:solidFill>
                <a:latin typeface="+mj-lt"/>
                <a:ea typeface="+mj-ea"/>
                <a:cs typeface="+mj-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n-US" b="1">
                <a:solidFill>
                  <a:schemeClr val="tx1"/>
                </a:solidFill>
                <a:latin typeface="+mn-lt"/>
              </a:rPr>
              <a:t>Challenges Overcome:</a:t>
            </a:r>
            <a:br>
              <a:rPr lang="en-US" b="1">
                <a:solidFill>
                  <a:schemeClr val="tx1"/>
                </a:solidFill>
                <a:latin typeface="+mn-lt"/>
              </a:rPr>
            </a:br>
            <a:br>
              <a:rPr lang="en-US" b="1">
                <a:solidFill>
                  <a:schemeClr val="tx1"/>
                </a:solidFill>
                <a:latin typeface="+mn-lt"/>
              </a:rPr>
            </a:br>
            <a:endParaRPr lang="en-US" b="1">
              <a:solidFill>
                <a:schemeClr val="tx1"/>
              </a:solidFill>
              <a:latin typeface="+mn-lt"/>
            </a:endParaRPr>
          </a:p>
        </p:txBody>
      </p:sp>
      <p:sp>
        <p:nvSpPr>
          <p:cNvPr id="4" name="Subtitle 2">
            <a:extLst>
              <a:ext uri="{FF2B5EF4-FFF2-40B4-BE49-F238E27FC236}">
                <a16:creationId xmlns:a16="http://schemas.microsoft.com/office/drawing/2014/main" id="{3264FFA6-3C23-0E55-B15C-563D04CF0CA4}"/>
              </a:ext>
            </a:extLst>
          </p:cNvPr>
          <p:cNvSpPr txBox="1"/>
          <p:nvPr/>
        </p:nvSpPr>
        <p:spPr>
          <a:xfrm>
            <a:off x="443313" y="1416171"/>
            <a:ext cx="11328000" cy="5077226"/>
          </a:xfrm>
          <a:prstGeom prst="rect">
            <a:avLst/>
          </a:prstGeom>
        </p:spPr>
        <p:txBody>
          <a:bodyPr/>
          <a:lstStyle>
            <a:defPPr>
              <a:defRPr lang="en-US"/>
            </a:defPPr>
            <a:lvl1pPr marL="0" indent="0" algn="l" defTabSz="914400" rtl="0" eaLnBrk="1" latinLnBrk="0" hangingPunct="1">
              <a:lnSpc>
                <a:spcPct val="100000"/>
              </a:lnSpc>
              <a:spcBef>
                <a:spcPts val="1000"/>
              </a:spcBef>
              <a:buFont typeface="Arial" panose="020B0604020202020204" pitchFamily="34" charset="0"/>
              <a:buNone/>
              <a:defRPr sz="3400" kern="1200">
                <a:solidFill>
                  <a:schemeClr val="tx1"/>
                </a:solidFill>
                <a:latin typeface="+mn-lt"/>
                <a:ea typeface="+mn-ea"/>
                <a:cs typeface="+mn-cs"/>
              </a:defRPr>
            </a:lvl1pPr>
            <a:lvl2pPr marL="2667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542925"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809625"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076325"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Char char="•"/>
            </a:pPr>
            <a:r>
              <a:rPr lang="en-US" b="1"/>
              <a:t>AI Integration Journey</a:t>
            </a:r>
            <a:r>
              <a:rPr lang="en-US"/>
              <a:t>: Faced and overcame significant challenges in embedding complex AI for personalized health advice.</a:t>
            </a:r>
          </a:p>
          <a:p>
            <a:pPr>
              <a:buFont typeface="Arial" panose="020B0604020202020204" pitchFamily="34" charset="0"/>
              <a:buChar char="•"/>
            </a:pPr>
            <a:r>
              <a:rPr lang="en-US" b="1"/>
              <a:t>Collaborative Learning</a:t>
            </a:r>
            <a:r>
              <a:rPr lang="en-US"/>
              <a:t>: Learned immensely through extensive research and collaboration with health informatics experts.</a:t>
            </a:r>
          </a:p>
          <a:p>
            <a:pPr>
              <a:buFont typeface="Arial" panose="020B0604020202020204" pitchFamily="34" charset="0"/>
              <a:buChar char="•"/>
            </a:pPr>
            <a:r>
              <a:rPr lang="en-US" b="1"/>
              <a:t>Prioritizing Data Security</a:t>
            </a:r>
            <a:r>
              <a:rPr lang="en-US"/>
              <a:t>: Took on the challenge of ensuring data security and privacy, a critical aspect given the sensitive nature of children's health data.</a:t>
            </a:r>
          </a:p>
          <a:p>
            <a:endParaRPr lang="en-US"/>
          </a:p>
        </p:txBody>
      </p:sp>
    </p:spTree>
    <p:extLst>
      <p:ext uri="{BB962C8B-B14F-4D97-AF65-F5344CB8AC3E}">
        <p14:creationId xmlns:p14="http://schemas.microsoft.com/office/powerpoint/2010/main" val="2121800780"/>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bg>
      <p:bgPr>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C632C10-8806-E09D-B944-81E180EE0BDE}"/>
              </a:ext>
            </a:extLst>
          </p:cNvPr>
          <p:cNvPicPr>
            <a:picLocks noChangeAspect="1"/>
          </p:cNvPicPr>
          <p:nvPr/>
        </p:nvPicPr>
        <p:blipFill>
          <a:blip r:embed="rId2">
            <a:alphaModFix amt="25000"/>
          </a:blip>
          <a:stretch>
            <a:fillRect/>
          </a:stretch>
        </p:blipFill>
        <p:spPr>
          <a:xfrm>
            <a:off x="0" y="0"/>
            <a:ext cx="12187118" cy="6759615"/>
          </a:xfrm>
          <a:prstGeom prst="rect">
            <a:avLst/>
          </a:prstGeom>
        </p:spPr>
      </p:pic>
      <p:sp>
        <p:nvSpPr>
          <p:cNvPr id="3" name="Title 1">
            <a:extLst>
              <a:ext uri="{FF2B5EF4-FFF2-40B4-BE49-F238E27FC236}">
                <a16:creationId xmlns:a16="http://schemas.microsoft.com/office/drawing/2014/main" id="{B19E0B6C-D2AA-9C2B-2AA2-D677A9CD8D61}"/>
              </a:ext>
            </a:extLst>
          </p:cNvPr>
          <p:cNvSpPr txBox="1"/>
          <p:nvPr/>
        </p:nvSpPr>
        <p:spPr>
          <a:xfrm>
            <a:off x="226096" y="388919"/>
            <a:ext cx="11328000" cy="73507"/>
          </a:xfrm>
          <a:prstGeom prst="rect">
            <a:avLst/>
          </a:prstGeom>
        </p:spPr>
        <p:txBody>
          <a:bodyPr/>
          <a:lstStyle>
            <a:defPPr>
              <a:defRPr lang="en-US"/>
            </a:defPPr>
            <a:lvl1pPr marL="0" algn="l" defTabSz="914400" rtl="0" eaLnBrk="1" latinLnBrk="0" hangingPunct="1">
              <a:lnSpc>
                <a:spcPct val="90000"/>
              </a:lnSpc>
              <a:spcBef>
                <a:spcPct val="0"/>
              </a:spcBef>
              <a:buNone/>
              <a:defRPr sz="3800" kern="1200">
                <a:solidFill>
                  <a:schemeClr val="tx1">
                    <a:lumMod val="75000"/>
                    <a:lumOff val="25000"/>
                  </a:schemeClr>
                </a:solidFill>
                <a:latin typeface="+mj-lt"/>
                <a:ea typeface="+mj-ea"/>
                <a:cs typeface="+mj-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n-US" b="1">
                <a:solidFill>
                  <a:schemeClr val="tx1"/>
                </a:solidFill>
                <a:latin typeface="+mn-lt"/>
              </a:rPr>
              <a:t>Anticipating Future Problems and Solutions:</a:t>
            </a:r>
            <a:br>
              <a:rPr lang="en-US" b="1">
                <a:solidFill>
                  <a:schemeClr val="tx1"/>
                </a:solidFill>
                <a:latin typeface="+mn-lt"/>
              </a:rPr>
            </a:br>
            <a:br>
              <a:rPr lang="en-US" b="1">
                <a:solidFill>
                  <a:schemeClr val="tx1"/>
                </a:solidFill>
                <a:latin typeface="+mn-lt"/>
              </a:rPr>
            </a:br>
            <a:br>
              <a:rPr lang="en-US" b="1">
                <a:solidFill>
                  <a:schemeClr val="tx1"/>
                </a:solidFill>
                <a:latin typeface="+mn-lt"/>
              </a:rPr>
            </a:br>
            <a:endParaRPr lang="en-US">
              <a:solidFill>
                <a:schemeClr val="tx1"/>
              </a:solidFill>
              <a:latin typeface="+mn-lt"/>
            </a:endParaRPr>
          </a:p>
        </p:txBody>
      </p:sp>
      <p:sp>
        <p:nvSpPr>
          <p:cNvPr id="4" name="Subtitle 2">
            <a:extLst>
              <a:ext uri="{FF2B5EF4-FFF2-40B4-BE49-F238E27FC236}">
                <a16:creationId xmlns:a16="http://schemas.microsoft.com/office/drawing/2014/main" id="{EC0381F2-5846-5D35-9EDD-AD601D7D3C8E}"/>
              </a:ext>
            </a:extLst>
          </p:cNvPr>
          <p:cNvSpPr txBox="1"/>
          <p:nvPr/>
        </p:nvSpPr>
        <p:spPr>
          <a:xfrm>
            <a:off x="330269" y="1250066"/>
            <a:ext cx="11328000" cy="5219015"/>
          </a:xfrm>
          <a:prstGeom prst="rect">
            <a:avLst/>
          </a:prstGeom>
        </p:spPr>
        <p:txBody>
          <a:bodyPr/>
          <a:lstStyle>
            <a:defPPr>
              <a:defRPr lang="en-US"/>
            </a:defPPr>
            <a:lvl1pPr marL="0" indent="0" algn="l" defTabSz="914400" rtl="0" eaLnBrk="1" latinLnBrk="0" hangingPunct="1">
              <a:lnSpc>
                <a:spcPct val="100000"/>
              </a:lnSpc>
              <a:spcBef>
                <a:spcPts val="1000"/>
              </a:spcBef>
              <a:buFont typeface="Arial" panose="020B0604020202020204" pitchFamily="34" charset="0"/>
              <a:buNone/>
              <a:defRPr sz="3400" kern="1200">
                <a:solidFill>
                  <a:schemeClr val="tx1"/>
                </a:solidFill>
                <a:latin typeface="+mn-lt"/>
                <a:ea typeface="+mn-ea"/>
                <a:cs typeface="+mn-cs"/>
              </a:defRPr>
            </a:lvl1pPr>
            <a:lvl2pPr marL="2667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542925"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809625"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076325"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Char char="•"/>
            </a:pPr>
            <a:r>
              <a:rPr lang="en-US" b="1"/>
              <a:t>Keeping Engagement Alive</a:t>
            </a:r>
            <a:r>
              <a:rPr lang="en-US"/>
              <a:t>: Aim to regularly refresh the app with new features and content to keep up with health trends.</a:t>
            </a:r>
          </a:p>
          <a:p>
            <a:pPr>
              <a:buFont typeface="Arial" panose="020B0604020202020204" pitchFamily="34" charset="0"/>
              <a:buChar char="•"/>
            </a:pPr>
            <a:r>
              <a:rPr lang="en-US" b="1"/>
              <a:t>Building a Supportive Community</a:t>
            </a:r>
            <a:r>
              <a:rPr lang="en-US"/>
              <a:t>: Excited to create a space for parents to share experiences, enhancing the app's community feel.</a:t>
            </a:r>
          </a:p>
          <a:p>
            <a:pPr>
              <a:buFont typeface="Arial" panose="020B0604020202020204" pitchFamily="34" charset="0"/>
              <a:buChar char="•"/>
            </a:pPr>
            <a:r>
              <a:rPr lang="en-US" b="1"/>
              <a:t>Embracing Tech Innovations</a:t>
            </a:r>
            <a:r>
              <a:rPr lang="en-US"/>
              <a:t>: Eager to explore advanced technologies like machine learning and augmented reality for more interactive experiences.</a:t>
            </a:r>
          </a:p>
          <a:p>
            <a:endParaRPr lang="en-US"/>
          </a:p>
        </p:txBody>
      </p:sp>
    </p:spTree>
    <p:extLst>
      <p:ext uri="{BB962C8B-B14F-4D97-AF65-F5344CB8AC3E}">
        <p14:creationId xmlns:p14="http://schemas.microsoft.com/office/powerpoint/2010/main" val="2053502266"/>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bg>
      <p:bgPr>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3AB8706-44F9-1025-82AD-5FB7A536D4F1}"/>
              </a:ext>
            </a:extLst>
          </p:cNvPr>
          <p:cNvPicPr>
            <a:picLocks noChangeAspect="1"/>
          </p:cNvPicPr>
          <p:nvPr/>
        </p:nvPicPr>
        <p:blipFill>
          <a:blip r:embed="rId2">
            <a:alphaModFix amt="25000"/>
          </a:blip>
          <a:stretch>
            <a:fillRect/>
          </a:stretch>
        </p:blipFill>
        <p:spPr>
          <a:xfrm>
            <a:off x="-1" y="0"/>
            <a:ext cx="12192001" cy="6858000"/>
          </a:xfrm>
          <a:prstGeom prst="rect">
            <a:avLst/>
          </a:prstGeom>
        </p:spPr>
      </p:pic>
      <p:sp>
        <p:nvSpPr>
          <p:cNvPr id="3" name="Title 1">
            <a:extLst>
              <a:ext uri="{FF2B5EF4-FFF2-40B4-BE49-F238E27FC236}">
                <a16:creationId xmlns:a16="http://schemas.microsoft.com/office/drawing/2014/main" id="{4D4ECE27-D510-1DC9-AA4B-C0B75DD363E4}"/>
              </a:ext>
            </a:extLst>
          </p:cNvPr>
          <p:cNvSpPr txBox="1"/>
          <p:nvPr/>
        </p:nvSpPr>
        <p:spPr>
          <a:xfrm>
            <a:off x="339141" y="277793"/>
            <a:ext cx="11328000" cy="73507"/>
          </a:xfrm>
          <a:prstGeom prst="rect">
            <a:avLst/>
          </a:prstGeom>
        </p:spPr>
        <p:txBody>
          <a:bodyPr/>
          <a:lstStyle>
            <a:defPPr>
              <a:defRPr lang="en-US"/>
            </a:defPPr>
            <a:lvl1pPr marL="0" algn="l" defTabSz="914400" rtl="0" eaLnBrk="1" latinLnBrk="0" hangingPunct="1">
              <a:lnSpc>
                <a:spcPct val="90000"/>
              </a:lnSpc>
              <a:spcBef>
                <a:spcPct val="0"/>
              </a:spcBef>
              <a:buNone/>
              <a:defRPr sz="3800" kern="1200">
                <a:solidFill>
                  <a:schemeClr val="tx1">
                    <a:lumMod val="75000"/>
                    <a:lumOff val="25000"/>
                  </a:schemeClr>
                </a:solidFill>
                <a:latin typeface="+mj-lt"/>
                <a:ea typeface="+mj-ea"/>
                <a:cs typeface="+mj-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n-US" b="1">
                <a:solidFill>
                  <a:schemeClr val="tx1"/>
                </a:solidFill>
                <a:latin typeface="+mn-lt"/>
              </a:rPr>
              <a:t>CONCLUSION:</a:t>
            </a:r>
            <a:br>
              <a:rPr lang="en-US" b="1">
                <a:solidFill>
                  <a:schemeClr val="tx1"/>
                </a:solidFill>
                <a:latin typeface="+mn-lt"/>
              </a:rPr>
            </a:br>
            <a:br>
              <a:rPr lang="en-US" b="1">
                <a:solidFill>
                  <a:schemeClr val="tx1"/>
                </a:solidFill>
                <a:latin typeface="+mn-lt"/>
              </a:rPr>
            </a:br>
            <a:br>
              <a:rPr lang="en-US" b="1">
                <a:solidFill>
                  <a:schemeClr val="tx1"/>
                </a:solidFill>
                <a:latin typeface="+mn-lt"/>
              </a:rPr>
            </a:br>
            <a:endParaRPr lang="en-US">
              <a:solidFill>
                <a:schemeClr val="tx1"/>
              </a:solidFill>
              <a:latin typeface="+mn-lt"/>
            </a:endParaRPr>
          </a:p>
        </p:txBody>
      </p:sp>
      <p:sp>
        <p:nvSpPr>
          <p:cNvPr id="4" name="Subtitle 2">
            <a:extLst>
              <a:ext uri="{FF2B5EF4-FFF2-40B4-BE49-F238E27FC236}">
                <a16:creationId xmlns:a16="http://schemas.microsoft.com/office/drawing/2014/main" id="{A85EAC4D-E41E-4F75-F424-D9EE28B240B5}"/>
              </a:ext>
            </a:extLst>
          </p:cNvPr>
          <p:cNvSpPr txBox="1"/>
          <p:nvPr/>
        </p:nvSpPr>
        <p:spPr>
          <a:xfrm>
            <a:off x="339141" y="775505"/>
            <a:ext cx="11328000" cy="5984110"/>
          </a:xfrm>
          <a:prstGeom prst="rect">
            <a:avLst/>
          </a:prstGeom>
        </p:spPr>
        <p:txBody>
          <a:bodyPr/>
          <a:lstStyle>
            <a:defPPr>
              <a:defRPr lang="en-US"/>
            </a:defPPr>
            <a:lvl1pPr marL="0" indent="0" algn="l" defTabSz="914400" rtl="0" eaLnBrk="1" latinLnBrk="0" hangingPunct="1">
              <a:lnSpc>
                <a:spcPct val="100000"/>
              </a:lnSpc>
              <a:spcBef>
                <a:spcPts val="1000"/>
              </a:spcBef>
              <a:buFont typeface="Arial" panose="020B0604020202020204" pitchFamily="34" charset="0"/>
              <a:buNone/>
              <a:defRPr sz="2800" kern="1200">
                <a:solidFill>
                  <a:schemeClr val="tx1"/>
                </a:solidFill>
                <a:latin typeface="+mn-lt"/>
                <a:ea typeface="+mn-ea"/>
                <a:cs typeface="+mn-cs"/>
              </a:defRPr>
            </a:lvl1pPr>
            <a:lvl2pPr marL="2667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542925"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809625"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076325"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Char char="•"/>
            </a:pPr>
            <a:r>
              <a:rPr lang="en-US"/>
              <a:t>Our 'Little Sprouts' app has been a remarkable success, gaining widespread acceptance and positively influencing children's health behaviors, a testament to the practical application of our academic studies in health informatics.</a:t>
            </a:r>
          </a:p>
          <a:p>
            <a:pPr>
              <a:buFont typeface="Arial" panose="020B0604020202020204" pitchFamily="34" charset="0"/>
              <a:buChar char="•"/>
            </a:pPr>
            <a:r>
              <a:rPr lang="en-US"/>
              <a:t>While we've navigated through numerous challenges and enhanced our skill set, particularly in AI and data security, we're already identifying potential future obstacles. We're committed to addressing these proactively to maintain the app's effectiveness.</a:t>
            </a:r>
          </a:p>
          <a:p>
            <a:pPr>
              <a:buFont typeface="Arial" panose="020B0604020202020204" pitchFamily="34" charset="0"/>
              <a:buChar char="•"/>
            </a:pPr>
            <a:r>
              <a:rPr lang="en-US"/>
              <a:t>As we look ahead, we're hopeful that 'Little Sprouts app' will continue to make a significant difference in the lives of many children and parents, helping them lead healthier lives through informed choices and habits.</a:t>
            </a:r>
          </a:p>
        </p:txBody>
      </p:sp>
    </p:spTree>
    <p:extLst>
      <p:ext uri="{BB962C8B-B14F-4D97-AF65-F5344CB8AC3E}">
        <p14:creationId xmlns:p14="http://schemas.microsoft.com/office/powerpoint/2010/main" val="4054296522"/>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bg>
      <p:bgPr>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2667362-7CD5-BF36-B076-C4086EDC5000}"/>
              </a:ext>
            </a:extLst>
          </p:cNvPr>
          <p:cNvSpPr/>
          <p:nvPr/>
        </p:nvSpPr>
        <p:spPr>
          <a:xfrm>
            <a:off x="7870785" y="2809667"/>
            <a:ext cx="4321215" cy="100237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a:defRPr lang="en-US"/>
            </a:defPPr>
            <a:lvl1pPr marL="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1pPr>
            <a:lvl2pPr marL="4572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2pPr>
            <a:lvl3pPr marL="9144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3pPr>
            <a:lvl4pPr marL="13716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4pPr>
            <a:lvl5pPr marL="18288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5pPr>
            <a:lvl6pPr marL="22860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6pPr>
            <a:lvl7pPr marL="27432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7pPr>
            <a:lvl8pPr marL="32004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8pPr>
            <a:lvl9pPr marL="36576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9pPr>
          </a:lstStyle>
          <a:p>
            <a:pPr algn="ctr"/>
            <a:endParaRPr lang="en-IN"/>
          </a:p>
        </p:txBody>
      </p:sp>
      <p:pic>
        <p:nvPicPr>
          <p:cNvPr id="2" name="Picture 1">
            <a:extLst>
              <a:ext uri="{FF2B5EF4-FFF2-40B4-BE49-F238E27FC236}">
                <a16:creationId xmlns:a16="http://schemas.microsoft.com/office/drawing/2014/main" id="{73BE7156-6F0B-B95A-551E-7AC381FE434D}"/>
              </a:ext>
            </a:extLst>
          </p:cNvPr>
          <p:cNvPicPr>
            <a:picLocks noChangeAspect="1"/>
          </p:cNvPicPr>
          <p:nvPr/>
        </p:nvPicPr>
        <p:blipFill>
          <a:blip r:embed="rId2"/>
          <a:stretch>
            <a:fillRect/>
          </a:stretch>
        </p:blipFill>
        <p:spPr>
          <a:xfrm>
            <a:off x="0" y="-8256"/>
            <a:ext cx="9780102" cy="6811606"/>
          </a:xfrm>
          <a:prstGeom prst="rect">
            <a:avLst/>
          </a:prstGeom>
        </p:spPr>
      </p:pic>
      <p:sp>
        <p:nvSpPr>
          <p:cNvPr id="3" name="Title 1">
            <a:extLst>
              <a:ext uri="{FF2B5EF4-FFF2-40B4-BE49-F238E27FC236}">
                <a16:creationId xmlns:a16="http://schemas.microsoft.com/office/drawing/2014/main" id="{3AEFCB79-3D2B-E649-0ADB-0E99C93B4AEB}"/>
              </a:ext>
            </a:extLst>
          </p:cNvPr>
          <p:cNvSpPr txBox="1"/>
          <p:nvPr/>
        </p:nvSpPr>
        <p:spPr>
          <a:xfrm>
            <a:off x="7870785" y="2798354"/>
            <a:ext cx="4321215" cy="1013684"/>
          </a:xfrm>
          <a:prstGeom prst="rect">
            <a:avLst/>
          </a:prstGeom>
          <a:solidFill>
            <a:schemeClr val="bg1"/>
          </a:solidFill>
        </p:spPr>
        <p:txBody>
          <a:bodyPr vert="horz" lIns="180000" tIns="180000" rIns="252000" bIns="180000" rtlCol="0" anchor="t">
            <a:noAutofit/>
          </a:bodyPr>
          <a:lstStyle>
            <a:defPPr>
              <a:defRPr lang="en-US"/>
            </a:defPPr>
            <a:lvl1pPr marL="0" algn="r" defTabSz="914400" rtl="0" eaLnBrk="1" latinLnBrk="0" hangingPunct="1">
              <a:lnSpc>
                <a:spcPct val="90000"/>
              </a:lnSpc>
              <a:spcBef>
                <a:spcPct val="0"/>
              </a:spcBef>
              <a:buNone/>
              <a:defRPr lang="en-ZA" sz="6000" b="1" kern="1200" spc="-300">
                <a:solidFill>
                  <a:schemeClr val="tx1"/>
                </a:solidFill>
                <a:latin typeface="+mj-lt"/>
                <a:ea typeface="+mj-ea"/>
                <a:cs typeface="+mj-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atin typeface="Algerian" panose="04020705040A02060702" pitchFamily="82" charset="0"/>
              </a:rPr>
              <a:t>Thank You</a:t>
            </a:r>
          </a:p>
        </p:txBody>
      </p:sp>
      <p:sp>
        <p:nvSpPr>
          <p:cNvPr id="4" name="Rectangle 3">
            <a:extLst>
              <a:ext uri="{FF2B5EF4-FFF2-40B4-BE49-F238E27FC236}">
                <a16:creationId xmlns:a16="http://schemas.microsoft.com/office/drawing/2014/main" id="{573E83D9-AB3C-70AA-D638-EFEA85EDCDE7}"/>
              </a:ext>
            </a:extLst>
          </p:cNvPr>
          <p:cNvSpPr/>
          <p:nvPr/>
        </p:nvSpPr>
        <p:spPr>
          <a:xfrm>
            <a:off x="0" y="6803351"/>
            <a:ext cx="9780104" cy="546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1pPr>
            <a:lvl2pPr marL="4572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2pPr>
            <a:lvl3pPr marL="9144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3pPr>
            <a:lvl4pPr marL="13716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4pPr>
            <a:lvl5pPr marL="18288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5pPr>
            <a:lvl6pPr marL="22860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6pPr>
            <a:lvl7pPr marL="27432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7pPr>
            <a:lvl8pPr marL="32004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8pPr>
            <a:lvl9pPr marL="36576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9pPr>
          </a:lstStyle>
          <a:p>
            <a:pPr algn="ctr"/>
            <a:endParaRPr lang="en-US" noProof="0"/>
          </a:p>
        </p:txBody>
      </p:sp>
      <p:sp>
        <p:nvSpPr>
          <p:cNvPr id="5" name="Rectangle 4">
            <a:extLst>
              <a:ext uri="{FF2B5EF4-FFF2-40B4-BE49-F238E27FC236}">
                <a16:creationId xmlns:a16="http://schemas.microsoft.com/office/drawing/2014/main" id="{6C78F616-61A4-E6DD-30FD-D8C6CBF0B07E}"/>
              </a:ext>
            </a:extLst>
          </p:cNvPr>
          <p:cNvSpPr/>
          <p:nvPr/>
        </p:nvSpPr>
        <p:spPr>
          <a:xfrm>
            <a:off x="9780103" y="6803351"/>
            <a:ext cx="1979897" cy="5465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1pPr>
            <a:lvl2pPr marL="4572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2pPr>
            <a:lvl3pPr marL="9144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3pPr>
            <a:lvl4pPr marL="13716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4pPr>
            <a:lvl5pPr marL="18288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5pPr>
            <a:lvl6pPr marL="22860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6pPr>
            <a:lvl7pPr marL="27432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7pPr>
            <a:lvl8pPr marL="32004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8pPr>
            <a:lvl9pPr marL="36576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9pPr>
          </a:lstStyle>
          <a:p>
            <a:pPr algn="ctr"/>
            <a:endParaRPr lang="en-US" noProof="0"/>
          </a:p>
        </p:txBody>
      </p:sp>
      <p:sp>
        <p:nvSpPr>
          <p:cNvPr id="6" name="Rectangle 5">
            <a:extLst>
              <a:ext uri="{FF2B5EF4-FFF2-40B4-BE49-F238E27FC236}">
                <a16:creationId xmlns:a16="http://schemas.microsoft.com/office/drawing/2014/main" id="{6B623736-1547-8411-69EF-671EB62C656B}"/>
              </a:ext>
            </a:extLst>
          </p:cNvPr>
          <p:cNvSpPr/>
          <p:nvPr/>
        </p:nvSpPr>
        <p:spPr>
          <a:xfrm>
            <a:off x="7870785" y="2639028"/>
            <a:ext cx="4321215" cy="1617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1pPr>
            <a:lvl2pPr marL="4572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2pPr>
            <a:lvl3pPr marL="9144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3pPr>
            <a:lvl4pPr marL="13716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4pPr>
            <a:lvl5pPr marL="18288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5pPr>
            <a:lvl6pPr marL="22860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6pPr>
            <a:lvl7pPr marL="27432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7pPr>
            <a:lvl8pPr marL="32004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8pPr>
            <a:lvl9pPr marL="36576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9pPr>
          </a:lstStyle>
          <a:p>
            <a:pPr algn="ctr"/>
            <a:endParaRPr lang="en-US" noProof="0"/>
          </a:p>
        </p:txBody>
      </p:sp>
      <p:sp>
        <p:nvSpPr>
          <p:cNvPr id="7" name="Rectangle 6">
            <a:extLst>
              <a:ext uri="{FF2B5EF4-FFF2-40B4-BE49-F238E27FC236}">
                <a16:creationId xmlns:a16="http://schemas.microsoft.com/office/drawing/2014/main" id="{B011CE9E-0DB8-A22D-90B4-31C9EE2C8CD1}"/>
              </a:ext>
            </a:extLst>
          </p:cNvPr>
          <p:cNvSpPr/>
          <p:nvPr/>
        </p:nvSpPr>
        <p:spPr>
          <a:xfrm>
            <a:off x="9780102" y="6812281"/>
            <a:ext cx="2411898"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1pPr>
            <a:lvl2pPr marL="4572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2pPr>
            <a:lvl3pPr marL="9144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3pPr>
            <a:lvl4pPr marL="13716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4pPr>
            <a:lvl5pPr marL="18288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5pPr>
            <a:lvl6pPr marL="22860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6pPr>
            <a:lvl7pPr marL="27432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7pPr>
            <a:lvl8pPr marL="32004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8pPr>
            <a:lvl9pPr marL="3657600" marR="0" indent="0" algn="l" defTabSz="4572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Garamond" panose="02020404030301010803"/>
                <a:ea typeface="Arial"/>
                <a:cs typeface="Arial"/>
                <a:sym typeface="Wingdings"/>
              </a:defRPr>
            </a:lvl9pPr>
          </a:lstStyle>
          <a:p>
            <a:pPr algn="ctr"/>
            <a:endParaRPr lang="en-US" noProof="0"/>
          </a:p>
        </p:txBody>
      </p:sp>
      <p:sp>
        <p:nvSpPr>
          <p:cNvPr id="8" name="TextBox 7">
            <a:extLst>
              <a:ext uri="{FF2B5EF4-FFF2-40B4-BE49-F238E27FC236}">
                <a16:creationId xmlns:a16="http://schemas.microsoft.com/office/drawing/2014/main" id="{1347A652-7EF3-03BE-80A0-33711F9741D0}"/>
              </a:ext>
            </a:extLst>
          </p:cNvPr>
          <p:cNvSpPr txBox="1"/>
          <p:nvPr/>
        </p:nvSpPr>
        <p:spPr>
          <a:xfrm>
            <a:off x="162046" y="196770"/>
            <a:ext cx="3298784" cy="369332"/>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a:t>thedigitalprojectmanager.com</a:t>
            </a:r>
          </a:p>
        </p:txBody>
      </p:sp>
    </p:spTree>
    <p:extLst>
      <p:ext uri="{BB962C8B-B14F-4D97-AF65-F5344CB8AC3E}">
        <p14:creationId xmlns:p14="http://schemas.microsoft.com/office/powerpoint/2010/main" val="3763112917"/>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6.0.16"/>
  <p:tag name="AS_OS" val="Microsoft Windows NT 10.0.20348.0"/>
  <p:tag name="AS_RELEASE_DATE" val="2021.05.14"/>
  <p:tag name="AS_TITLE" val="Aspose.Slides for .NET Standard 2.0"/>
  <p:tag name="AS_VERSION" val="21.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472</TotalTime>
  <Words>1639</Words>
  <Application>Microsoft Office PowerPoint</Application>
  <PresentationFormat>Widescreen</PresentationFormat>
  <Paragraphs>165</Paragraphs>
  <Slides>22</Slides>
  <Notes>0</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LITTLE SPROUTS –NURTURING HEALTHY CHAMPS</vt:lpstr>
      <vt:lpstr>BACKGROUND: Pediatric obesity is a significant public health concern, affecting around 17% of children in the United States and contributing to serious medical conditions such as heart disease, type 2 diabetes, and psychosocial disorders ( Sanyaolu et.al, 2019). </vt:lpstr>
      <vt:lpstr>PowerPoint Presentation</vt:lpstr>
      <vt:lpstr>PowerPoint Presentation</vt:lpstr>
      <vt:lpstr>PROJECT INITIATION</vt:lpstr>
      <vt:lpstr>WORK BREAKDOWN STRUCTURE </vt:lpstr>
      <vt:lpstr>Timeline</vt:lpstr>
      <vt:lpstr>Budget planning</vt:lpstr>
      <vt:lpstr>Budget planning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Priyanka Reddy Kuta</dc:creator>
  <cp:lastModifiedBy>pavani jyesta</cp:lastModifiedBy>
  <cp:revision>27</cp:revision>
  <dcterms:created xsi:type="dcterms:W3CDTF">2023-11-25T05:32:33Z</dcterms:created>
  <dcterms:modified xsi:type="dcterms:W3CDTF">2023-11-27T17:14:44Z</dcterms:modified>
</cp:coreProperties>
</file>